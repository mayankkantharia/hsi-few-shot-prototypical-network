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7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yank Kantharia" initials="MK" lastIdx="2" clrIdx="0">
    <p:extLst>
      <p:ext uri="{19B8F6BF-5375-455C-9EA6-DF929625EA0E}">
        <p15:presenceInfo xmlns:p15="http://schemas.microsoft.com/office/powerpoint/2012/main" userId="50bec4ddad37249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1D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6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441D6-3B6E-B831-3951-113519810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3B7063-ADAE-F752-4735-2D558CB79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277F0-DF30-C3A9-7A4A-CF488EA98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395C-BA59-4B2A-8FC3-D367A62ABFD4}" type="datetimeFigureOut">
              <a:rPr lang="en-IN" smtClean="0"/>
              <a:t>27-04-2023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CABA0-A19E-AB17-242A-77A3BF61C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DE2C2-3498-CF39-D5A0-237F8929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F8F6-3932-4AD0-AEBD-4F2A1033C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855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4B955-A5EB-F4EE-F623-183E747BB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2C462-F22C-AA79-EE4F-EB5CB604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73DFA-0EAF-D6D8-A791-FEE617BFD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395C-BA59-4B2A-8FC3-D367A62ABFD4}" type="datetimeFigureOut">
              <a:rPr lang="en-IN" smtClean="0"/>
              <a:t>27-04-2023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A6713-A612-69F5-24FF-C2FCECF09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D41D4-2A91-6176-8BEB-5A3A833B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F8F6-3932-4AD0-AEBD-4F2A1033C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282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E9F92-D056-22C8-FDFE-279C9A723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0477E-923A-FA3B-C417-8F2394132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E4D51-50A3-54FB-A976-09E1763C9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395C-BA59-4B2A-8FC3-D367A62ABFD4}" type="datetimeFigureOut">
              <a:rPr lang="en-IN" smtClean="0"/>
              <a:t>27-04-2023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2EE71-FD3C-17BF-750D-5FAFD5D9D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6AB19-179F-D8F8-6D08-5D1200155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F8F6-3932-4AD0-AEBD-4F2A1033C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22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1B577-E147-9048-2CEE-BC9D1C941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94070-8977-D28C-AA76-B9B2B2754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A75E4-1A76-A1B9-B825-393FC972A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54407-5F90-988D-B36C-007FE6105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395C-BA59-4B2A-8FC3-D367A62ABFD4}" type="datetimeFigureOut">
              <a:rPr lang="en-IN" smtClean="0"/>
              <a:t>27-04-2023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71F0D-F5BE-CCFB-5DB6-2C6C6A8E5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6D870-A8FE-2299-3DD3-16D01027F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F8F6-3932-4AD0-AEBD-4F2A1033C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03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4418-7692-020E-76D6-4393A17E4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C1BB3-95CF-03DC-8F59-5DE04D19A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29DB5-148D-B29C-A7FB-0EDD719DA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EB742C-55F0-CFCA-D30F-0A121853E4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0EB470-35FF-CC5D-EF05-8987480866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8F64B-0D18-0E73-DBFE-E3CBFA1C7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395C-BA59-4B2A-8FC3-D367A62ABFD4}" type="datetimeFigureOut">
              <a:rPr lang="en-IN" smtClean="0"/>
              <a:t>27-04-2023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649CC0-619D-7B0A-AAEA-5F4783D6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2C83DE-AB59-4F64-D6F6-32B661F8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F8F6-3932-4AD0-AEBD-4F2A1033C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063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89D4C-DB9B-6751-C7F7-B142EC4D3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C06CD-DE0B-86F9-4AE4-D497C7385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395C-BA59-4B2A-8FC3-D367A62ABFD4}" type="datetimeFigureOut">
              <a:rPr lang="en-IN" smtClean="0"/>
              <a:t>27-04-2023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A3AE4-E9D6-DB1B-A0BE-3E82499FA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C5493C-0B9C-CCF4-F7D7-151825FC9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F8F6-3932-4AD0-AEBD-4F2A1033C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023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85C571-EF21-59A2-AA5F-216D0C0F9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395C-BA59-4B2A-8FC3-D367A62ABFD4}" type="datetimeFigureOut">
              <a:rPr lang="en-IN" smtClean="0"/>
              <a:t>27-04-2023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407277-E068-2705-B3CF-0F4C5ABE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0447D-0F4F-5586-0475-FE9D6613C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F8F6-3932-4AD0-AEBD-4F2A1033C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703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F5B7-3775-FC89-2BF2-59F47A2D7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A6F6D-32E7-58A9-10E1-7FD8CFE5C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8DECF-BFBD-37FD-9350-884406478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1CB80-EC48-1670-22A2-37FB4B067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395C-BA59-4B2A-8FC3-D367A62ABFD4}" type="datetimeFigureOut">
              <a:rPr lang="en-IN" smtClean="0"/>
              <a:t>27-04-2023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2916D-B93B-CB52-F854-00791038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3661E-075C-073A-239F-C39E1D6B9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F8F6-3932-4AD0-AEBD-4F2A1033C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059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5D56-E309-7EE9-2E15-848D4D187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CC18BB-7A00-7BC0-74B9-F19C0C6CC8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A0C67-0EF9-5C87-0AA3-B58C896B9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9F6E2-7C1E-5B0D-1DA3-D98B2925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395C-BA59-4B2A-8FC3-D367A62ABFD4}" type="datetimeFigureOut">
              <a:rPr lang="en-IN" smtClean="0"/>
              <a:t>27-04-2023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10295-89CB-75EB-EEE2-BE4300C13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54FF5-DED1-F72D-275C-DD80F60C9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F8F6-3932-4AD0-AEBD-4F2A1033C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236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0F62-61CD-88AA-DAB8-E67CEB61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74DEFD-4E44-0899-866F-2FA2F0082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B831A-0CBE-70A4-F45A-78EEDD35B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395C-BA59-4B2A-8FC3-D367A62ABFD4}" type="datetimeFigureOut">
              <a:rPr lang="en-IN" smtClean="0"/>
              <a:t>27-04-2023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C5CFD-0E4C-5B4C-2EDC-400264E2C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7E47F-EB84-4B0D-8533-1E0589545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F8F6-3932-4AD0-AEBD-4F2A1033C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911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15C336-FE9E-EA3A-73FD-998342C71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4F015F-68D8-BF97-018F-C726452A1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42C79-07EF-1DE9-1182-1DC90A76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395C-BA59-4B2A-8FC3-D367A62ABFD4}" type="datetimeFigureOut">
              <a:rPr lang="en-IN" smtClean="0"/>
              <a:t>27-04-2023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B871-C18E-931C-24CA-09AE238C4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5EEF3-9361-DAED-F461-92A8F82EB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F8F6-3932-4AD0-AEBD-4F2A1033C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133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0AC1FA-491A-FCC7-8977-F2BE800E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D4655-0F27-294C-8E83-1765B124C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08FD0-2EFD-3E79-79D6-C143DCDEAC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E395C-BA59-4B2A-8FC3-D367A62ABFD4}" type="datetimeFigureOut">
              <a:rPr lang="en-IN" smtClean="0"/>
              <a:t>27-04-2023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EA0D-0559-5CAD-2042-493AAECD71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D58BA-57CC-50E4-BB5E-686C48AD44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0F8F6-3932-4AD0-AEBD-4F2A1033CA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6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81E02D-E120-2C90-4A79-C9313DE0E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98" y="1181866"/>
            <a:ext cx="10962180" cy="15411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AED401-89BF-2F42-6604-724E0CC7826F}"/>
              </a:ext>
            </a:extLst>
          </p:cNvPr>
          <p:cNvSpPr txBox="1"/>
          <p:nvPr/>
        </p:nvSpPr>
        <p:spPr>
          <a:xfrm>
            <a:off x="11262489" y="5809967"/>
            <a:ext cx="605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128</a:t>
            </a:r>
            <a:endParaRPr lang="en-IN" sz="1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80143F-89B4-C2DB-0053-22B5C4036128}"/>
              </a:ext>
            </a:extLst>
          </p:cNvPr>
          <p:cNvSpPr txBox="1"/>
          <p:nvPr/>
        </p:nvSpPr>
        <p:spPr>
          <a:xfrm>
            <a:off x="0" y="33901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SPN Architecture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27492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AFB62C-C48C-ACB9-12C4-4E8DCB5306AD}"/>
              </a:ext>
            </a:extLst>
          </p:cNvPr>
          <p:cNvSpPr txBox="1"/>
          <p:nvPr/>
        </p:nvSpPr>
        <p:spPr>
          <a:xfrm>
            <a:off x="0" y="201945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1. Single Attention</a:t>
            </a:r>
            <a:endParaRPr lang="en-IN" sz="3200" dirty="0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34699BC-00FE-1A70-A949-7CC8B3DCFADA}"/>
              </a:ext>
            </a:extLst>
          </p:cNvPr>
          <p:cNvGrpSpPr/>
          <p:nvPr/>
        </p:nvGrpSpPr>
        <p:grpSpPr>
          <a:xfrm>
            <a:off x="532966" y="2993427"/>
            <a:ext cx="11610673" cy="1366373"/>
            <a:chOff x="532966" y="2993427"/>
            <a:chExt cx="11610673" cy="136637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5DD4C66-4F2B-2D44-EBD4-B3ED32C88C34}"/>
                </a:ext>
              </a:extLst>
            </p:cNvPr>
            <p:cNvGrpSpPr/>
            <p:nvPr/>
          </p:nvGrpSpPr>
          <p:grpSpPr>
            <a:xfrm>
              <a:off x="2287499" y="2993427"/>
              <a:ext cx="1283814" cy="1094420"/>
              <a:chOff x="2167734" y="2381250"/>
              <a:chExt cx="636426" cy="567690"/>
            </a:xfrm>
          </p:grpSpPr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52ECC31-D52B-5C98-05E2-9DEB83EB80AB}"/>
                  </a:ext>
                </a:extLst>
              </p:cNvPr>
              <p:cNvSpPr/>
              <p:nvPr/>
            </p:nvSpPr>
            <p:spPr>
              <a:xfrm>
                <a:off x="2373474" y="238125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21A35ACA-3689-1E72-0CD7-1DB21227AA54}"/>
                  </a:ext>
                </a:extLst>
              </p:cNvPr>
              <p:cNvSpPr/>
              <p:nvPr/>
            </p:nvSpPr>
            <p:spPr>
              <a:xfrm>
                <a:off x="2270604" y="249174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DF9C206D-D4C7-FE60-48DA-00C3D59A27E5}"/>
                  </a:ext>
                </a:extLst>
              </p:cNvPr>
              <p:cNvSpPr/>
              <p:nvPr/>
            </p:nvSpPr>
            <p:spPr>
              <a:xfrm>
                <a:off x="2167734" y="260223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/>
                  <a:t>Conv 3D</a:t>
                </a:r>
                <a:endParaRPr lang="en-IN" sz="1100" b="1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D805BA3-E330-307C-B66F-C5724CD20C0D}"/>
                </a:ext>
              </a:extLst>
            </p:cNvPr>
            <p:cNvGrpSpPr/>
            <p:nvPr/>
          </p:nvGrpSpPr>
          <p:grpSpPr>
            <a:xfrm>
              <a:off x="3363558" y="3194722"/>
              <a:ext cx="1031350" cy="835340"/>
              <a:chOff x="2167734" y="2381250"/>
              <a:chExt cx="636426" cy="567690"/>
            </a:xfrm>
          </p:grpSpPr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9F75E1B3-CE4F-FD32-B2E5-ADE5FE0D2727}"/>
                  </a:ext>
                </a:extLst>
              </p:cNvPr>
              <p:cNvSpPr/>
              <p:nvPr/>
            </p:nvSpPr>
            <p:spPr>
              <a:xfrm>
                <a:off x="2373474" y="2381250"/>
                <a:ext cx="430686" cy="346710"/>
              </a:xfrm>
              <a:prstGeom prst="cub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DE16A009-2DED-9B44-FF3E-7637C29883BF}"/>
                  </a:ext>
                </a:extLst>
              </p:cNvPr>
              <p:cNvSpPr/>
              <p:nvPr/>
            </p:nvSpPr>
            <p:spPr>
              <a:xfrm>
                <a:off x="2270604" y="2491740"/>
                <a:ext cx="430686" cy="346710"/>
              </a:xfrm>
              <a:prstGeom prst="cub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4E294974-948E-11C3-88B9-913FC7DEB331}"/>
                  </a:ext>
                </a:extLst>
              </p:cNvPr>
              <p:cNvSpPr/>
              <p:nvPr/>
            </p:nvSpPr>
            <p:spPr>
              <a:xfrm>
                <a:off x="2167734" y="2602230"/>
                <a:ext cx="430686" cy="346710"/>
              </a:xfrm>
              <a:prstGeom prst="cub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 err="1"/>
                  <a:t>DropBlock</a:t>
                </a:r>
                <a:r>
                  <a:rPr lang="en-US" sz="700" b="1" dirty="0"/>
                  <a:t> 3D</a:t>
                </a:r>
                <a:endParaRPr lang="en-IN" sz="700" b="1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9A82A22-6014-17E3-ADD5-AE1D4C53189D}"/>
                </a:ext>
              </a:extLst>
            </p:cNvPr>
            <p:cNvGrpSpPr/>
            <p:nvPr/>
          </p:nvGrpSpPr>
          <p:grpSpPr>
            <a:xfrm>
              <a:off x="4232238" y="2994153"/>
              <a:ext cx="1283814" cy="1094420"/>
              <a:chOff x="2167734" y="2381250"/>
              <a:chExt cx="636426" cy="567690"/>
            </a:xfrm>
          </p:grpSpPr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AFC06324-9F3C-1B41-3FAA-FD42AC41750D}"/>
                  </a:ext>
                </a:extLst>
              </p:cNvPr>
              <p:cNvSpPr/>
              <p:nvPr/>
            </p:nvSpPr>
            <p:spPr>
              <a:xfrm>
                <a:off x="2373474" y="238125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2EC58AFC-AE13-51A8-63B4-0EB5F3500010}"/>
                  </a:ext>
                </a:extLst>
              </p:cNvPr>
              <p:cNvSpPr/>
              <p:nvPr/>
            </p:nvSpPr>
            <p:spPr>
              <a:xfrm>
                <a:off x="2270604" y="249174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A1A11542-2434-A6FD-9F8E-350750C58678}"/>
                  </a:ext>
                </a:extLst>
              </p:cNvPr>
              <p:cNvSpPr/>
              <p:nvPr/>
            </p:nvSpPr>
            <p:spPr>
              <a:xfrm>
                <a:off x="2167734" y="260223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/>
                  <a:t>Conv 3D</a:t>
                </a:r>
                <a:endParaRPr lang="en-IN" sz="1100" b="1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33AE274-B57F-D691-E241-8C495B0AF7DB}"/>
                </a:ext>
              </a:extLst>
            </p:cNvPr>
            <p:cNvGrpSpPr/>
            <p:nvPr/>
          </p:nvGrpSpPr>
          <p:grpSpPr>
            <a:xfrm>
              <a:off x="5308452" y="3194039"/>
              <a:ext cx="1031352" cy="835341"/>
              <a:chOff x="2167733" y="2381250"/>
              <a:chExt cx="636427" cy="567691"/>
            </a:xfrm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BEEEB782-B5E0-8228-46CA-87FA4126A8D8}"/>
                  </a:ext>
                </a:extLst>
              </p:cNvPr>
              <p:cNvSpPr/>
              <p:nvPr/>
            </p:nvSpPr>
            <p:spPr>
              <a:xfrm>
                <a:off x="2373474" y="2381250"/>
                <a:ext cx="430686" cy="346710"/>
              </a:xfrm>
              <a:prstGeom prst="cub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F22F87F1-E745-014B-E998-F9BB1EBA1970}"/>
                  </a:ext>
                </a:extLst>
              </p:cNvPr>
              <p:cNvSpPr/>
              <p:nvPr/>
            </p:nvSpPr>
            <p:spPr>
              <a:xfrm>
                <a:off x="2270604" y="2491740"/>
                <a:ext cx="430686" cy="346710"/>
              </a:xfrm>
              <a:prstGeom prst="cub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DB7FB8E1-69CA-9EC7-E9C9-5673C907541A}"/>
                  </a:ext>
                </a:extLst>
              </p:cNvPr>
              <p:cNvSpPr/>
              <p:nvPr/>
            </p:nvSpPr>
            <p:spPr>
              <a:xfrm>
                <a:off x="2167733" y="2602231"/>
                <a:ext cx="430686" cy="346710"/>
              </a:xfrm>
              <a:prstGeom prst="cub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 err="1"/>
                  <a:t>DropBlock</a:t>
                </a:r>
                <a:r>
                  <a:rPr lang="en-US" sz="700" b="1" dirty="0"/>
                  <a:t> 3D</a:t>
                </a:r>
                <a:endParaRPr lang="en-IN" sz="700" b="1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BCA4D53-9680-2A31-DCAD-26CC04D92983}"/>
                </a:ext>
              </a:extLst>
            </p:cNvPr>
            <p:cNvGrpSpPr/>
            <p:nvPr/>
          </p:nvGrpSpPr>
          <p:grpSpPr>
            <a:xfrm>
              <a:off x="6171794" y="2994062"/>
              <a:ext cx="1283814" cy="1094420"/>
              <a:chOff x="2167734" y="2381250"/>
              <a:chExt cx="636426" cy="567690"/>
            </a:xfrm>
          </p:grpSpPr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C3EA77A5-E29F-BFA7-C65F-94DC99ED2CE0}"/>
                  </a:ext>
                </a:extLst>
              </p:cNvPr>
              <p:cNvSpPr/>
              <p:nvPr/>
            </p:nvSpPr>
            <p:spPr>
              <a:xfrm>
                <a:off x="2373474" y="238125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C93F8F75-C9CF-E06B-F6F2-19E410B4427D}"/>
                  </a:ext>
                </a:extLst>
              </p:cNvPr>
              <p:cNvSpPr/>
              <p:nvPr/>
            </p:nvSpPr>
            <p:spPr>
              <a:xfrm>
                <a:off x="2270604" y="249174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E94C9B69-D0F0-A7DE-DE47-9FAFEF97B1B4}"/>
                  </a:ext>
                </a:extLst>
              </p:cNvPr>
              <p:cNvSpPr/>
              <p:nvPr/>
            </p:nvSpPr>
            <p:spPr>
              <a:xfrm>
                <a:off x="2167734" y="260223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/>
                  <a:t>Conv 3D</a:t>
                </a:r>
                <a:endParaRPr lang="en-IN" sz="1100" b="1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519D0F1-4E43-8377-4560-E48D9D62715B}"/>
                </a:ext>
              </a:extLst>
            </p:cNvPr>
            <p:cNvGrpSpPr/>
            <p:nvPr/>
          </p:nvGrpSpPr>
          <p:grpSpPr>
            <a:xfrm>
              <a:off x="9020373" y="3201533"/>
              <a:ext cx="961915" cy="716882"/>
              <a:chOff x="6705554" y="4776235"/>
              <a:chExt cx="961915" cy="716882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823E5F4-EDE9-C36F-FB10-3AE7883A3015}"/>
                  </a:ext>
                </a:extLst>
              </p:cNvPr>
              <p:cNvSpPr/>
              <p:nvPr/>
            </p:nvSpPr>
            <p:spPr>
              <a:xfrm>
                <a:off x="6969908" y="4776235"/>
                <a:ext cx="697561" cy="49031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1593F52-36C1-4BCB-0CE8-9FC95EB6D582}"/>
                  </a:ext>
                </a:extLst>
              </p:cNvPr>
              <p:cNvSpPr/>
              <p:nvPr/>
            </p:nvSpPr>
            <p:spPr>
              <a:xfrm>
                <a:off x="6837731" y="4889519"/>
                <a:ext cx="697561" cy="49031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B2384FC-FA29-6BA8-B98D-F755882064F0}"/>
                  </a:ext>
                </a:extLst>
              </p:cNvPr>
              <p:cNvSpPr/>
              <p:nvPr/>
            </p:nvSpPr>
            <p:spPr>
              <a:xfrm>
                <a:off x="6705554" y="5002803"/>
                <a:ext cx="697561" cy="49031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/>
                  <a:t>Conv 2D</a:t>
                </a:r>
                <a:endParaRPr lang="en-IN" sz="1100" b="1" dirty="0"/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A616B9-BA0A-117F-3771-5E8E8352B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832" y="3403513"/>
              <a:ext cx="868790" cy="597916"/>
            </a:xfrm>
            <a:prstGeom prst="rect">
              <a:avLst/>
            </a:prstGeom>
          </p:spPr>
        </p:pic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B08D63E7-A68D-2555-7A12-55177C41DAE8}"/>
                </a:ext>
              </a:extLst>
            </p:cNvPr>
            <p:cNvSpPr/>
            <p:nvPr/>
          </p:nvSpPr>
          <p:spPr>
            <a:xfrm>
              <a:off x="8296641" y="3355240"/>
              <a:ext cx="697941" cy="510174"/>
            </a:xfrm>
            <a:prstGeom prst="cube">
              <a:avLst/>
            </a:prstGeom>
            <a:solidFill>
              <a:srgbClr val="C00000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/>
                <a:t>Attention Layer</a:t>
              </a:r>
              <a:endParaRPr lang="en-IN" sz="700" b="1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60024C2-8C01-FCF2-399D-BB4988A269DD}"/>
                </a:ext>
              </a:extLst>
            </p:cNvPr>
            <p:cNvSpPr/>
            <p:nvPr/>
          </p:nvSpPr>
          <p:spPr>
            <a:xfrm>
              <a:off x="10012290" y="3012477"/>
              <a:ext cx="91440" cy="10944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1475FA-26BA-B1A5-2E90-5B555C442C59}"/>
                </a:ext>
              </a:extLst>
            </p:cNvPr>
            <p:cNvSpPr/>
            <p:nvPr/>
          </p:nvSpPr>
          <p:spPr>
            <a:xfrm>
              <a:off x="10898484" y="3124977"/>
              <a:ext cx="91440" cy="86932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B2EAC9C-88E5-4493-7B2F-A9B31D3DCDAA}"/>
                </a:ext>
              </a:extLst>
            </p:cNvPr>
            <p:cNvSpPr/>
            <p:nvPr/>
          </p:nvSpPr>
          <p:spPr>
            <a:xfrm>
              <a:off x="11796444" y="3293462"/>
              <a:ext cx="91440" cy="53721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71D98E-CCCE-9F21-2438-3FCCC79C73CC}"/>
                </a:ext>
              </a:extLst>
            </p:cNvPr>
            <p:cNvSpPr/>
            <p:nvPr/>
          </p:nvSpPr>
          <p:spPr>
            <a:xfrm>
              <a:off x="10230887" y="3428152"/>
              <a:ext cx="546099" cy="26288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 err="1"/>
                <a:t>DropOut</a:t>
              </a:r>
              <a:endParaRPr lang="en-IN" sz="700" b="1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4E10FEB-5661-36A0-B947-20573E8884B3}"/>
                </a:ext>
              </a:extLst>
            </p:cNvPr>
            <p:cNvSpPr/>
            <p:nvPr/>
          </p:nvSpPr>
          <p:spPr>
            <a:xfrm>
              <a:off x="11117982" y="3429422"/>
              <a:ext cx="546099" cy="26288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 err="1"/>
                <a:t>DropOut</a:t>
              </a:r>
              <a:endParaRPr lang="en-IN" sz="700" b="1" dirty="0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6B585EB-9DA3-0C68-7D70-002981D8A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30868" y="3440991"/>
              <a:ext cx="698055" cy="53902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345D14E-BB40-AE5B-B67A-DF4E3D3714C7}"/>
                </a:ext>
              </a:extLst>
            </p:cNvPr>
            <p:cNvSpPr txBox="1"/>
            <p:nvPr/>
          </p:nvSpPr>
          <p:spPr>
            <a:xfrm>
              <a:off x="532966" y="3949849"/>
              <a:ext cx="926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Hyperspectral</a:t>
              </a:r>
            </a:p>
            <a:p>
              <a:pPr algn="ctr"/>
              <a:r>
                <a:rPr lang="en-US" sz="1000" b="1" dirty="0"/>
                <a:t>Dataset</a:t>
              </a:r>
              <a:endParaRPr lang="en-IN" sz="10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CA3BD9F-24F5-3477-B2C3-D4B7AB7E1857}"/>
                </a:ext>
              </a:extLst>
            </p:cNvPr>
            <p:cNvSpPr txBox="1"/>
            <p:nvPr/>
          </p:nvSpPr>
          <p:spPr>
            <a:xfrm>
              <a:off x="1361907" y="3959690"/>
              <a:ext cx="926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Cube</a:t>
              </a:r>
            </a:p>
            <a:p>
              <a:pPr algn="ctr"/>
              <a:r>
                <a:rPr lang="en-US" sz="1000" b="1" dirty="0"/>
                <a:t>Patches</a:t>
              </a:r>
              <a:endParaRPr lang="en-IN" sz="1000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A284793-EFC2-4397-B50F-36F4C8EA4E90}"/>
                </a:ext>
              </a:extLst>
            </p:cNvPr>
            <p:cNvSpPr txBox="1"/>
            <p:nvPr/>
          </p:nvSpPr>
          <p:spPr>
            <a:xfrm>
              <a:off x="2157966" y="4087277"/>
              <a:ext cx="9267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8 @ 3 x 3 x 7</a:t>
              </a:r>
              <a:endParaRPr lang="en-IN" sz="1000" b="1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9674828-47BC-CECE-7CBF-84EC2E8B6152}"/>
                </a:ext>
              </a:extLst>
            </p:cNvPr>
            <p:cNvSpPr txBox="1"/>
            <p:nvPr/>
          </p:nvSpPr>
          <p:spPr>
            <a:xfrm>
              <a:off x="4127676" y="4087847"/>
              <a:ext cx="9267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16 @ 3 x 3 x 7</a:t>
              </a:r>
              <a:endParaRPr lang="en-IN" sz="1000" b="1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DABDCF7-C511-50F6-B94F-E903EAF68815}"/>
                </a:ext>
              </a:extLst>
            </p:cNvPr>
            <p:cNvSpPr txBox="1"/>
            <p:nvPr/>
          </p:nvSpPr>
          <p:spPr>
            <a:xfrm>
              <a:off x="6071940" y="4103737"/>
              <a:ext cx="9267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32 @ 3 x 3 x 7</a:t>
              </a:r>
              <a:endParaRPr lang="en-IN" sz="1000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92820E9-0705-49E8-3D31-0F672483021F}"/>
                </a:ext>
              </a:extLst>
            </p:cNvPr>
            <p:cNvSpPr txBox="1"/>
            <p:nvPr/>
          </p:nvSpPr>
          <p:spPr>
            <a:xfrm>
              <a:off x="8875282" y="4103737"/>
              <a:ext cx="9267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64 @ 3 x 3</a:t>
              </a:r>
              <a:endParaRPr lang="en-IN" sz="1000" b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999E123-BA90-D33C-36F4-78A3AFBCDFF4}"/>
                </a:ext>
              </a:extLst>
            </p:cNvPr>
            <p:cNvSpPr txBox="1"/>
            <p:nvPr/>
          </p:nvSpPr>
          <p:spPr>
            <a:xfrm>
              <a:off x="9755195" y="4103738"/>
              <a:ext cx="6056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Flatten</a:t>
              </a:r>
              <a:endParaRPr lang="en-IN" sz="10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4F6AF91-5AB7-893C-9C43-87E3FAE276ED}"/>
                </a:ext>
              </a:extLst>
            </p:cNvPr>
            <p:cNvSpPr txBox="1"/>
            <p:nvPr/>
          </p:nvSpPr>
          <p:spPr>
            <a:xfrm>
              <a:off x="10638849" y="4103954"/>
              <a:ext cx="6056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256</a:t>
              </a:r>
              <a:endParaRPr lang="en-IN" sz="1000" b="1" dirty="0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DD33DCB-9890-3E91-30AD-61627DF18962}"/>
                </a:ext>
              </a:extLst>
            </p:cNvPr>
            <p:cNvGrpSpPr/>
            <p:nvPr/>
          </p:nvGrpSpPr>
          <p:grpSpPr>
            <a:xfrm>
              <a:off x="7248381" y="3194039"/>
              <a:ext cx="1031350" cy="835340"/>
              <a:chOff x="2167734" y="2381250"/>
              <a:chExt cx="636426" cy="567690"/>
            </a:xfrm>
          </p:grpSpPr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D2F6D462-82D2-752B-42A6-6BFB5FC31DFB}"/>
                  </a:ext>
                </a:extLst>
              </p:cNvPr>
              <p:cNvSpPr/>
              <p:nvPr/>
            </p:nvSpPr>
            <p:spPr>
              <a:xfrm>
                <a:off x="2373474" y="2381250"/>
                <a:ext cx="430686" cy="346710"/>
              </a:xfrm>
              <a:prstGeom prst="cub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594FBA62-07BC-A95C-BDCF-A72883C493C8}"/>
                  </a:ext>
                </a:extLst>
              </p:cNvPr>
              <p:cNvSpPr/>
              <p:nvPr/>
            </p:nvSpPr>
            <p:spPr>
              <a:xfrm>
                <a:off x="2270604" y="2491740"/>
                <a:ext cx="430686" cy="346710"/>
              </a:xfrm>
              <a:prstGeom prst="cub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3CC383FA-ED51-6083-B9EC-9608AD56BB73}"/>
                  </a:ext>
                </a:extLst>
              </p:cNvPr>
              <p:cNvSpPr/>
              <p:nvPr/>
            </p:nvSpPr>
            <p:spPr>
              <a:xfrm>
                <a:off x="2167734" y="2602230"/>
                <a:ext cx="430686" cy="346710"/>
              </a:xfrm>
              <a:prstGeom prst="cub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 err="1"/>
                  <a:t>DropBlock</a:t>
                </a:r>
                <a:r>
                  <a:rPr lang="en-US" sz="700" b="1" dirty="0"/>
                  <a:t> 3D</a:t>
                </a:r>
                <a:endParaRPr lang="en-IN" sz="700" b="1" dirty="0"/>
              </a:p>
            </p:txBody>
          </p:sp>
        </p:grp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774E59A-DD77-B7C3-DB5F-2683A880EEA3}"/>
                </a:ext>
              </a:extLst>
            </p:cNvPr>
            <p:cNvCxnSpPr>
              <a:cxnSpLocks/>
              <a:stCxn id="32" idx="4"/>
              <a:endCxn id="13" idx="2"/>
            </p:cNvCxnSpPr>
            <p:nvPr/>
          </p:nvCxnSpPr>
          <p:spPr>
            <a:xfrm flipV="1">
              <a:off x="7985483" y="3674099"/>
              <a:ext cx="311158" cy="1382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81AFD73B-AE5F-7424-1FC7-6B3BB077A2E7}"/>
                </a:ext>
              </a:extLst>
            </p:cNvPr>
            <p:cNvCxnSpPr>
              <a:cxnSpLocks/>
              <a:stCxn id="39" idx="3"/>
              <a:endCxn id="13" idx="3"/>
            </p:cNvCxnSpPr>
            <p:nvPr/>
          </p:nvCxnSpPr>
          <p:spPr>
            <a:xfrm rot="5400000" flipH="1" flipV="1">
              <a:off x="7440705" y="2947347"/>
              <a:ext cx="223068" cy="2059201"/>
            </a:xfrm>
            <a:prstGeom prst="bentConnector3">
              <a:avLst>
                <a:gd name="adj1" fmla="val -22205"/>
              </a:avLst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1C148F7B-C688-64A5-496F-37D4DF63B78F}"/>
                </a:ext>
              </a:extLst>
            </p:cNvPr>
            <p:cNvCxnSpPr>
              <a:cxnSpLocks/>
              <a:stCxn id="39" idx="4"/>
              <a:endCxn id="33" idx="2"/>
            </p:cNvCxnSpPr>
            <p:nvPr/>
          </p:nvCxnSpPr>
          <p:spPr>
            <a:xfrm>
              <a:off x="6873483" y="3837831"/>
              <a:ext cx="374898" cy="233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255265C-EB66-A50E-1322-B8CB2BC3A712}"/>
                </a:ext>
              </a:extLst>
            </p:cNvPr>
            <p:cNvCxnSpPr>
              <a:cxnSpLocks/>
              <a:stCxn id="42" idx="4"/>
              <a:endCxn id="39" idx="2"/>
            </p:cNvCxnSpPr>
            <p:nvPr/>
          </p:nvCxnSpPr>
          <p:spPr>
            <a:xfrm flipV="1">
              <a:off x="5878851" y="3837831"/>
              <a:ext cx="292943" cy="234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DF473780-B097-BA9A-91A8-B82E438CAD2F}"/>
                </a:ext>
              </a:extLst>
            </p:cNvPr>
            <p:cNvCxnSpPr>
              <a:cxnSpLocks/>
              <a:stCxn id="45" idx="4"/>
              <a:endCxn id="42" idx="2"/>
            </p:cNvCxnSpPr>
            <p:nvPr/>
          </p:nvCxnSpPr>
          <p:spPr>
            <a:xfrm>
              <a:off x="4933927" y="3837922"/>
              <a:ext cx="374525" cy="143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FA4D911E-D82B-8DEB-2DF0-6A6CD3656DD5}"/>
                </a:ext>
              </a:extLst>
            </p:cNvPr>
            <p:cNvCxnSpPr>
              <a:cxnSpLocks/>
              <a:stCxn id="48" idx="4"/>
              <a:endCxn id="45" idx="2"/>
            </p:cNvCxnSpPr>
            <p:nvPr/>
          </p:nvCxnSpPr>
          <p:spPr>
            <a:xfrm flipV="1">
              <a:off x="3933956" y="3837922"/>
              <a:ext cx="298282" cy="825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2C716757-66BA-153D-5F8A-8AE1ED91EB65}"/>
                </a:ext>
              </a:extLst>
            </p:cNvPr>
            <p:cNvCxnSpPr>
              <a:cxnSpLocks/>
              <a:stCxn id="51" idx="4"/>
              <a:endCxn id="48" idx="2"/>
            </p:cNvCxnSpPr>
            <p:nvPr/>
          </p:nvCxnSpPr>
          <p:spPr>
            <a:xfrm>
              <a:off x="2989188" y="3837196"/>
              <a:ext cx="374370" cy="1551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7E76BD99-8E06-1362-9411-62FC5CC2F799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 flipV="1">
              <a:off x="2228923" y="3704213"/>
              <a:ext cx="165400" cy="6288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39E81390-C27D-5AB5-15A5-0990565281D9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1510622" y="3702471"/>
              <a:ext cx="148337" cy="0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435A7B4E-1D8B-B826-44FB-3B60D0B0C36B}"/>
                </a:ext>
              </a:extLst>
            </p:cNvPr>
            <p:cNvCxnSpPr>
              <a:cxnSpLocks/>
              <a:stCxn id="13" idx="4"/>
              <a:endCxn id="36" idx="1"/>
            </p:cNvCxnSpPr>
            <p:nvPr/>
          </p:nvCxnSpPr>
          <p:spPr>
            <a:xfrm flipV="1">
              <a:off x="8867039" y="3673258"/>
              <a:ext cx="153334" cy="841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50E7F13D-6CF1-A691-C78F-6E64B8FC05CF}"/>
                </a:ext>
              </a:extLst>
            </p:cNvPr>
            <p:cNvCxnSpPr>
              <a:cxnSpLocks/>
              <a:stCxn id="35" idx="3"/>
              <a:endCxn id="14" idx="1"/>
            </p:cNvCxnSpPr>
            <p:nvPr/>
          </p:nvCxnSpPr>
          <p:spPr>
            <a:xfrm flipV="1">
              <a:off x="9850111" y="3559687"/>
              <a:ext cx="162179" cy="287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B27C2FDA-D996-8982-D475-8367264C790F}"/>
                </a:ext>
              </a:extLst>
            </p:cNvPr>
            <p:cNvCxnSpPr>
              <a:cxnSpLocks/>
              <a:stCxn id="14" idx="3"/>
              <a:endCxn id="17" idx="1"/>
            </p:cNvCxnSpPr>
            <p:nvPr/>
          </p:nvCxnSpPr>
          <p:spPr>
            <a:xfrm flipV="1">
              <a:off x="10103730" y="3559597"/>
              <a:ext cx="127157" cy="90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CA7387BD-C32D-72B2-CA0C-2E2CDE931E49}"/>
                </a:ext>
              </a:extLst>
            </p:cNvPr>
            <p:cNvCxnSpPr>
              <a:cxnSpLocks/>
              <a:stCxn id="17" idx="3"/>
              <a:endCxn id="15" idx="1"/>
            </p:cNvCxnSpPr>
            <p:nvPr/>
          </p:nvCxnSpPr>
          <p:spPr>
            <a:xfrm>
              <a:off x="10776986" y="3559597"/>
              <a:ext cx="121498" cy="42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8BB6EFF2-4D3B-1AD6-9487-91CAE658A6B7}"/>
                </a:ext>
              </a:extLst>
            </p:cNvPr>
            <p:cNvCxnSpPr>
              <a:cxnSpLocks/>
              <a:stCxn id="15" idx="3"/>
              <a:endCxn id="18" idx="1"/>
            </p:cNvCxnSpPr>
            <p:nvPr/>
          </p:nvCxnSpPr>
          <p:spPr>
            <a:xfrm>
              <a:off x="10989924" y="3559639"/>
              <a:ext cx="128058" cy="1228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1F8DB6E0-17CE-9DC0-FE56-BDB08DBD8861}"/>
                </a:ext>
              </a:extLst>
            </p:cNvPr>
            <p:cNvCxnSpPr>
              <a:cxnSpLocks/>
              <a:stCxn id="18" idx="3"/>
              <a:endCxn id="16" idx="1"/>
            </p:cNvCxnSpPr>
            <p:nvPr/>
          </p:nvCxnSpPr>
          <p:spPr>
            <a:xfrm>
              <a:off x="11664081" y="3560867"/>
              <a:ext cx="132363" cy="1200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BE6F9AB-5ECA-CAA9-039C-9A6F54EFA8B4}"/>
                </a:ext>
              </a:extLst>
            </p:cNvPr>
            <p:cNvSpPr txBox="1"/>
            <p:nvPr/>
          </p:nvSpPr>
          <p:spPr>
            <a:xfrm>
              <a:off x="11538009" y="4103954"/>
              <a:ext cx="6056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128</a:t>
              </a:r>
              <a:endParaRPr lang="en-IN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891154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5697DB-9E65-D371-99B5-4306FD54F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16" y="0"/>
            <a:ext cx="49811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544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B6D45368-F8FE-3595-C10A-7FE2ADF8D72D}"/>
              </a:ext>
            </a:extLst>
          </p:cNvPr>
          <p:cNvSpPr txBox="1"/>
          <p:nvPr/>
        </p:nvSpPr>
        <p:spPr>
          <a:xfrm>
            <a:off x="0" y="33589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2. Single Multi-Head Attention</a:t>
            </a:r>
            <a:endParaRPr lang="en-IN" sz="3200" dirty="0"/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A3970C03-141C-3FEE-132A-0B179E3B65BC}"/>
              </a:ext>
            </a:extLst>
          </p:cNvPr>
          <p:cNvGrpSpPr/>
          <p:nvPr/>
        </p:nvGrpSpPr>
        <p:grpSpPr>
          <a:xfrm>
            <a:off x="532966" y="2950882"/>
            <a:ext cx="10734373" cy="1408918"/>
            <a:chOff x="532966" y="2950882"/>
            <a:chExt cx="10734373" cy="140891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E60585E-B4DD-D75D-8F7B-C594CCEDFC37}"/>
                </a:ext>
              </a:extLst>
            </p:cNvPr>
            <p:cNvGrpSpPr/>
            <p:nvPr/>
          </p:nvGrpSpPr>
          <p:grpSpPr>
            <a:xfrm>
              <a:off x="2287499" y="2993427"/>
              <a:ext cx="1283814" cy="1094420"/>
              <a:chOff x="2167734" y="2381250"/>
              <a:chExt cx="636426" cy="567690"/>
            </a:xfrm>
          </p:grpSpPr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1C68F357-FE3D-EF9E-BC30-D5999E1D62F7}"/>
                  </a:ext>
                </a:extLst>
              </p:cNvPr>
              <p:cNvSpPr/>
              <p:nvPr/>
            </p:nvSpPr>
            <p:spPr>
              <a:xfrm>
                <a:off x="2373474" y="238125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F093BAD3-54ED-CB80-EC7D-6337EBFDFD4F}"/>
                  </a:ext>
                </a:extLst>
              </p:cNvPr>
              <p:cNvSpPr/>
              <p:nvPr/>
            </p:nvSpPr>
            <p:spPr>
              <a:xfrm>
                <a:off x="2270604" y="249174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C1950B29-D295-1995-5CA3-E2C39E0E8B23}"/>
                  </a:ext>
                </a:extLst>
              </p:cNvPr>
              <p:cNvSpPr/>
              <p:nvPr/>
            </p:nvSpPr>
            <p:spPr>
              <a:xfrm>
                <a:off x="2167734" y="260223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/>
                  <a:t>Conv 3D</a:t>
                </a:r>
                <a:endParaRPr lang="en-IN" sz="1100" b="1"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CDE7AC6-9280-363B-05E9-34583DED0194}"/>
                </a:ext>
              </a:extLst>
            </p:cNvPr>
            <p:cNvGrpSpPr/>
            <p:nvPr/>
          </p:nvGrpSpPr>
          <p:grpSpPr>
            <a:xfrm>
              <a:off x="3363558" y="3194722"/>
              <a:ext cx="1031350" cy="835340"/>
              <a:chOff x="2167734" y="2381250"/>
              <a:chExt cx="636426" cy="567690"/>
            </a:xfrm>
          </p:grpSpPr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01947B3B-9027-1D7D-B968-73D5992B703F}"/>
                  </a:ext>
                </a:extLst>
              </p:cNvPr>
              <p:cNvSpPr/>
              <p:nvPr/>
            </p:nvSpPr>
            <p:spPr>
              <a:xfrm>
                <a:off x="2373474" y="2381250"/>
                <a:ext cx="430686" cy="346710"/>
              </a:xfrm>
              <a:prstGeom prst="cub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64E739A3-EC69-393E-CACA-1693E6415B4E}"/>
                  </a:ext>
                </a:extLst>
              </p:cNvPr>
              <p:cNvSpPr/>
              <p:nvPr/>
            </p:nvSpPr>
            <p:spPr>
              <a:xfrm>
                <a:off x="2270604" y="2491740"/>
                <a:ext cx="430686" cy="346710"/>
              </a:xfrm>
              <a:prstGeom prst="cub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A56FAF07-31C1-1572-2B63-F51C1EB548C1}"/>
                  </a:ext>
                </a:extLst>
              </p:cNvPr>
              <p:cNvSpPr/>
              <p:nvPr/>
            </p:nvSpPr>
            <p:spPr>
              <a:xfrm>
                <a:off x="2167734" y="2602230"/>
                <a:ext cx="430686" cy="346710"/>
              </a:xfrm>
              <a:prstGeom prst="cub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 err="1"/>
                  <a:t>DropBlock</a:t>
                </a:r>
                <a:r>
                  <a:rPr lang="en-US" sz="700" b="1" dirty="0"/>
                  <a:t> 3D</a:t>
                </a:r>
                <a:endParaRPr lang="en-IN" sz="700" b="1" dirty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D315029-44C7-CA94-94B8-4FEBA3C78F67}"/>
                </a:ext>
              </a:extLst>
            </p:cNvPr>
            <p:cNvGrpSpPr/>
            <p:nvPr/>
          </p:nvGrpSpPr>
          <p:grpSpPr>
            <a:xfrm>
              <a:off x="4232238" y="2994153"/>
              <a:ext cx="1283814" cy="1094420"/>
              <a:chOff x="2167734" y="2381250"/>
              <a:chExt cx="636426" cy="567690"/>
            </a:xfrm>
          </p:grpSpPr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37F4E4F3-F319-043E-0793-E125F62C692F}"/>
                  </a:ext>
                </a:extLst>
              </p:cNvPr>
              <p:cNvSpPr/>
              <p:nvPr/>
            </p:nvSpPr>
            <p:spPr>
              <a:xfrm>
                <a:off x="2373474" y="238125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A044AECC-A547-8859-7046-0E334D5A65B2}"/>
                  </a:ext>
                </a:extLst>
              </p:cNvPr>
              <p:cNvSpPr/>
              <p:nvPr/>
            </p:nvSpPr>
            <p:spPr>
              <a:xfrm>
                <a:off x="2270604" y="249174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7EF9572B-7779-63A9-3B5D-E2B0174C9100}"/>
                  </a:ext>
                </a:extLst>
              </p:cNvPr>
              <p:cNvSpPr/>
              <p:nvPr/>
            </p:nvSpPr>
            <p:spPr>
              <a:xfrm>
                <a:off x="2167734" y="260223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/>
                  <a:t>Conv 3D</a:t>
                </a:r>
                <a:endParaRPr lang="en-IN" sz="1100" b="1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A218569-ABA3-AE0F-84F4-B34E41ACCACF}"/>
                </a:ext>
              </a:extLst>
            </p:cNvPr>
            <p:cNvGrpSpPr/>
            <p:nvPr/>
          </p:nvGrpSpPr>
          <p:grpSpPr>
            <a:xfrm>
              <a:off x="5308452" y="3194039"/>
              <a:ext cx="1031352" cy="835341"/>
              <a:chOff x="2167733" y="2381250"/>
              <a:chExt cx="636427" cy="567691"/>
            </a:xfrm>
          </p:grpSpPr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B4FFFB9E-2376-BE67-BF9B-2FCE3D132FD2}"/>
                  </a:ext>
                </a:extLst>
              </p:cNvPr>
              <p:cNvSpPr/>
              <p:nvPr/>
            </p:nvSpPr>
            <p:spPr>
              <a:xfrm>
                <a:off x="2373474" y="2381250"/>
                <a:ext cx="430686" cy="346710"/>
              </a:xfrm>
              <a:prstGeom prst="cub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760997FD-5CC0-F62A-6D06-71A61169C401}"/>
                  </a:ext>
                </a:extLst>
              </p:cNvPr>
              <p:cNvSpPr/>
              <p:nvPr/>
            </p:nvSpPr>
            <p:spPr>
              <a:xfrm>
                <a:off x="2270604" y="2491740"/>
                <a:ext cx="430686" cy="346710"/>
              </a:xfrm>
              <a:prstGeom prst="cub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B64F570A-744A-C541-1670-174EC4FB19A3}"/>
                  </a:ext>
                </a:extLst>
              </p:cNvPr>
              <p:cNvSpPr/>
              <p:nvPr/>
            </p:nvSpPr>
            <p:spPr>
              <a:xfrm>
                <a:off x="2167733" y="2602231"/>
                <a:ext cx="430686" cy="346710"/>
              </a:xfrm>
              <a:prstGeom prst="cub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b="1" dirty="0" err="1"/>
                  <a:t>DropBlock</a:t>
                </a:r>
                <a:r>
                  <a:rPr lang="en-US" sz="700" b="1" dirty="0"/>
                  <a:t> 3D</a:t>
                </a:r>
                <a:endParaRPr lang="en-IN" sz="700" b="1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D547563-E215-DDFF-9A61-B292EA23C64D}"/>
                </a:ext>
              </a:extLst>
            </p:cNvPr>
            <p:cNvGrpSpPr/>
            <p:nvPr/>
          </p:nvGrpSpPr>
          <p:grpSpPr>
            <a:xfrm>
              <a:off x="6171794" y="2994062"/>
              <a:ext cx="1283814" cy="1094420"/>
              <a:chOff x="2167734" y="2381250"/>
              <a:chExt cx="636426" cy="567690"/>
            </a:xfrm>
          </p:grpSpPr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B46AF10F-C2D8-3E8F-F3E1-752EDDDF03F7}"/>
                  </a:ext>
                </a:extLst>
              </p:cNvPr>
              <p:cNvSpPr/>
              <p:nvPr/>
            </p:nvSpPr>
            <p:spPr>
              <a:xfrm>
                <a:off x="2373474" y="238125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DCED3064-B370-109E-31DF-B9E8359A7B6D}"/>
                  </a:ext>
                </a:extLst>
              </p:cNvPr>
              <p:cNvSpPr/>
              <p:nvPr/>
            </p:nvSpPr>
            <p:spPr>
              <a:xfrm>
                <a:off x="2270604" y="249174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8F904998-A721-2B9C-1F7F-C9DEFD1B1774}"/>
                  </a:ext>
                </a:extLst>
              </p:cNvPr>
              <p:cNvSpPr/>
              <p:nvPr/>
            </p:nvSpPr>
            <p:spPr>
              <a:xfrm>
                <a:off x="2167734" y="2602230"/>
                <a:ext cx="430686" cy="346710"/>
              </a:xfrm>
              <a:prstGeom prst="cube">
                <a:avLst/>
              </a:prstGeom>
              <a:solidFill>
                <a:srgbClr val="00206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/>
                  <a:t>Conv 3D</a:t>
                </a:r>
                <a:endParaRPr lang="en-IN" sz="1100" b="1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13B4476-BF61-8875-A83A-1EFCD7C8FFBF}"/>
                </a:ext>
              </a:extLst>
            </p:cNvPr>
            <p:cNvGrpSpPr/>
            <p:nvPr/>
          </p:nvGrpSpPr>
          <p:grpSpPr>
            <a:xfrm>
              <a:off x="7253249" y="3153095"/>
              <a:ext cx="961915" cy="716882"/>
              <a:chOff x="6705554" y="4776235"/>
              <a:chExt cx="961915" cy="716882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D7B64AA-4943-B604-328A-351CEBB373E5}"/>
                  </a:ext>
                </a:extLst>
              </p:cNvPr>
              <p:cNvSpPr/>
              <p:nvPr/>
            </p:nvSpPr>
            <p:spPr>
              <a:xfrm>
                <a:off x="6969908" y="4776235"/>
                <a:ext cx="697561" cy="49031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5BC529E4-C626-2D6B-1083-07398B3D2AD4}"/>
                  </a:ext>
                </a:extLst>
              </p:cNvPr>
              <p:cNvSpPr/>
              <p:nvPr/>
            </p:nvSpPr>
            <p:spPr>
              <a:xfrm>
                <a:off x="6837731" y="4889519"/>
                <a:ext cx="697561" cy="49031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2145E89F-C032-0A07-D619-B70931A6A216}"/>
                  </a:ext>
                </a:extLst>
              </p:cNvPr>
              <p:cNvSpPr/>
              <p:nvPr/>
            </p:nvSpPr>
            <p:spPr>
              <a:xfrm>
                <a:off x="6705554" y="5002803"/>
                <a:ext cx="697561" cy="49031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/>
                  <a:t>Conv 2D</a:t>
                </a:r>
                <a:endParaRPr lang="en-IN" sz="1100" b="1" dirty="0"/>
              </a:p>
            </p:txBody>
          </p:sp>
        </p:grp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33C926F-9CBB-77EE-BFFD-4227BCFFB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832" y="3403513"/>
              <a:ext cx="868790" cy="597916"/>
            </a:xfrm>
            <a:prstGeom prst="rect">
              <a:avLst/>
            </a:prstGeom>
          </p:spPr>
        </p:pic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F1CA35A6-1B59-160D-3B9D-CAE21C56EA8C}"/>
                </a:ext>
              </a:extLst>
            </p:cNvPr>
            <p:cNvSpPr/>
            <p:nvPr/>
          </p:nvSpPr>
          <p:spPr>
            <a:xfrm>
              <a:off x="8262351" y="3305710"/>
              <a:ext cx="697941" cy="510174"/>
            </a:xfrm>
            <a:prstGeom prst="cube">
              <a:avLst/>
            </a:prstGeom>
            <a:solidFill>
              <a:srgbClr val="C00000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/>
                <a:t>Self Attention Layer</a:t>
              </a:r>
              <a:endParaRPr lang="en-IN" sz="700" b="1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E800708-9F91-AA9C-E3EF-B2A83D078719}"/>
                </a:ext>
              </a:extLst>
            </p:cNvPr>
            <p:cNvSpPr/>
            <p:nvPr/>
          </p:nvSpPr>
          <p:spPr>
            <a:xfrm>
              <a:off x="9097890" y="2950882"/>
              <a:ext cx="91440" cy="10944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98B590F-1120-0FBE-8C63-1FFA5DA89289}"/>
                </a:ext>
              </a:extLst>
            </p:cNvPr>
            <p:cNvSpPr/>
            <p:nvPr/>
          </p:nvSpPr>
          <p:spPr>
            <a:xfrm>
              <a:off x="10018374" y="3064017"/>
              <a:ext cx="91440" cy="86932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B33CBBF-17A7-65B0-2AC9-B7ACBFA25C16}"/>
                </a:ext>
              </a:extLst>
            </p:cNvPr>
            <p:cNvSpPr/>
            <p:nvPr/>
          </p:nvSpPr>
          <p:spPr>
            <a:xfrm>
              <a:off x="10914429" y="3228692"/>
              <a:ext cx="91440" cy="53721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C9004C3-97DE-838C-B0CB-5D7FB29C485D}"/>
                </a:ext>
              </a:extLst>
            </p:cNvPr>
            <p:cNvSpPr/>
            <p:nvPr/>
          </p:nvSpPr>
          <p:spPr>
            <a:xfrm>
              <a:off x="9334902" y="3366557"/>
              <a:ext cx="546099" cy="26288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 err="1"/>
                <a:t>DropOut</a:t>
              </a:r>
              <a:endParaRPr lang="en-IN" sz="700" b="1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D791026-1F7A-D300-B4B5-E73EB350B7C6}"/>
                </a:ext>
              </a:extLst>
            </p:cNvPr>
            <p:cNvSpPr/>
            <p:nvPr/>
          </p:nvSpPr>
          <p:spPr>
            <a:xfrm>
              <a:off x="10239777" y="3364652"/>
              <a:ext cx="546099" cy="26288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 err="1"/>
                <a:t>DropOut</a:t>
              </a:r>
              <a:endParaRPr lang="en-IN" sz="700" b="1" dirty="0"/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4CC7759A-9EA2-F8CD-5661-C3B6234F6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30868" y="3440991"/>
              <a:ext cx="698055" cy="539020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018112-4D23-3C3C-C490-E47BB423B353}"/>
                </a:ext>
              </a:extLst>
            </p:cNvPr>
            <p:cNvSpPr txBox="1"/>
            <p:nvPr/>
          </p:nvSpPr>
          <p:spPr>
            <a:xfrm>
              <a:off x="532966" y="3949849"/>
              <a:ext cx="926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Hyperspectral</a:t>
              </a:r>
            </a:p>
            <a:p>
              <a:pPr algn="ctr"/>
              <a:r>
                <a:rPr lang="en-US" sz="1000" b="1" dirty="0"/>
                <a:t>Dataset</a:t>
              </a:r>
              <a:endParaRPr lang="en-IN" sz="1000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847B062-9FE8-DC88-5018-7C288914062F}"/>
                </a:ext>
              </a:extLst>
            </p:cNvPr>
            <p:cNvSpPr txBox="1"/>
            <p:nvPr/>
          </p:nvSpPr>
          <p:spPr>
            <a:xfrm>
              <a:off x="1361907" y="3959690"/>
              <a:ext cx="926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Cube</a:t>
              </a:r>
            </a:p>
            <a:p>
              <a:pPr algn="ctr"/>
              <a:r>
                <a:rPr lang="en-US" sz="1000" b="1" dirty="0"/>
                <a:t>Patches</a:t>
              </a:r>
              <a:endParaRPr lang="en-IN" sz="1000" b="1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CF0B0EC-B044-D19F-4504-3912B834A77E}"/>
                </a:ext>
              </a:extLst>
            </p:cNvPr>
            <p:cNvSpPr txBox="1"/>
            <p:nvPr/>
          </p:nvSpPr>
          <p:spPr>
            <a:xfrm>
              <a:off x="2157966" y="4087277"/>
              <a:ext cx="9267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8 @ 3 x 3 x 7</a:t>
              </a:r>
              <a:endParaRPr lang="en-IN" sz="1000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B43C023-54B8-288C-CD70-CEBA964BBD95}"/>
                </a:ext>
              </a:extLst>
            </p:cNvPr>
            <p:cNvSpPr txBox="1"/>
            <p:nvPr/>
          </p:nvSpPr>
          <p:spPr>
            <a:xfrm>
              <a:off x="4127676" y="4087847"/>
              <a:ext cx="9267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16 @ 3 x 3 x 7</a:t>
              </a:r>
              <a:endParaRPr lang="en-IN" sz="10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D03B34B-A939-6420-13A5-51CF20928FB9}"/>
                </a:ext>
              </a:extLst>
            </p:cNvPr>
            <p:cNvSpPr txBox="1"/>
            <p:nvPr/>
          </p:nvSpPr>
          <p:spPr>
            <a:xfrm>
              <a:off x="6071940" y="4103737"/>
              <a:ext cx="9267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32 @ 3 x 3 x 7</a:t>
              </a:r>
              <a:endParaRPr lang="en-IN" sz="10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F049226-3478-0A00-7DB5-214FA436D0ED}"/>
                </a:ext>
              </a:extLst>
            </p:cNvPr>
            <p:cNvSpPr txBox="1"/>
            <p:nvPr/>
          </p:nvSpPr>
          <p:spPr>
            <a:xfrm>
              <a:off x="7145542" y="4103737"/>
              <a:ext cx="9267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64 @ 3 x 3</a:t>
              </a:r>
              <a:endParaRPr lang="en-IN" sz="10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C69B8AD-1375-1997-7198-B09EB3101D47}"/>
                </a:ext>
              </a:extLst>
            </p:cNvPr>
            <p:cNvSpPr txBox="1"/>
            <p:nvPr/>
          </p:nvSpPr>
          <p:spPr>
            <a:xfrm>
              <a:off x="8840795" y="4103738"/>
              <a:ext cx="6056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Flatten</a:t>
              </a:r>
              <a:endParaRPr lang="en-IN" sz="10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6C389B1-0123-6077-767E-A6AF3024C395}"/>
                </a:ext>
              </a:extLst>
            </p:cNvPr>
            <p:cNvSpPr txBox="1"/>
            <p:nvPr/>
          </p:nvSpPr>
          <p:spPr>
            <a:xfrm>
              <a:off x="9770169" y="4103954"/>
              <a:ext cx="6056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256</a:t>
              </a:r>
              <a:endParaRPr lang="en-IN" sz="1000" b="1" dirty="0"/>
            </a:p>
          </p:txBody>
        </p:sp>
        <p:cxnSp>
          <p:nvCxnSpPr>
            <p:cNvPr id="72" name="Connector: Elbow 71">
              <a:extLst>
                <a:ext uri="{FF2B5EF4-FFF2-40B4-BE49-F238E27FC236}">
                  <a16:creationId xmlns:a16="http://schemas.microsoft.com/office/drawing/2014/main" id="{3B28D044-163C-F067-216C-05DABE22109D}"/>
                </a:ext>
              </a:extLst>
            </p:cNvPr>
            <p:cNvCxnSpPr>
              <a:cxnSpLocks/>
              <a:stCxn id="92" idx="2"/>
            </p:cNvCxnSpPr>
            <p:nvPr/>
          </p:nvCxnSpPr>
          <p:spPr>
            <a:xfrm rot="5400000" flipH="1" flipV="1">
              <a:off x="8047743" y="3370170"/>
              <a:ext cx="54094" cy="945520"/>
            </a:xfrm>
            <a:prstGeom prst="bentConnector4">
              <a:avLst>
                <a:gd name="adj1" fmla="val -211299"/>
                <a:gd name="adj2" fmla="val 100076"/>
              </a:avLst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1709C095-5D1A-69B5-620D-372F12CBD813}"/>
                </a:ext>
              </a:extLst>
            </p:cNvPr>
            <p:cNvCxnSpPr>
              <a:cxnSpLocks/>
              <a:stCxn id="94" idx="4"/>
              <a:endCxn id="92" idx="1"/>
            </p:cNvCxnSpPr>
            <p:nvPr/>
          </p:nvCxnSpPr>
          <p:spPr>
            <a:xfrm flipV="1">
              <a:off x="7080995" y="3624820"/>
              <a:ext cx="172254" cy="3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12785658-D0F5-B054-2DEF-55D7578C30C6}"/>
                </a:ext>
              </a:extLst>
            </p:cNvPr>
            <p:cNvCxnSpPr>
              <a:cxnSpLocks/>
              <a:stCxn id="98" idx="4"/>
              <a:endCxn id="95" idx="2"/>
            </p:cNvCxnSpPr>
            <p:nvPr/>
          </p:nvCxnSpPr>
          <p:spPr>
            <a:xfrm flipV="1">
              <a:off x="5878851" y="3837831"/>
              <a:ext cx="292943" cy="234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F99D70F-4327-D4AA-5F77-E9FF8F7CC2D7}"/>
                </a:ext>
              </a:extLst>
            </p:cNvPr>
            <p:cNvCxnSpPr>
              <a:cxnSpLocks/>
              <a:stCxn id="101" idx="4"/>
              <a:endCxn id="98" idx="2"/>
            </p:cNvCxnSpPr>
            <p:nvPr/>
          </p:nvCxnSpPr>
          <p:spPr>
            <a:xfrm>
              <a:off x="4933927" y="3837922"/>
              <a:ext cx="374525" cy="143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EC794964-4511-76B1-467F-4DC9FBB83477}"/>
                </a:ext>
              </a:extLst>
            </p:cNvPr>
            <p:cNvCxnSpPr>
              <a:cxnSpLocks/>
              <a:stCxn id="104" idx="4"/>
              <a:endCxn id="101" idx="2"/>
            </p:cNvCxnSpPr>
            <p:nvPr/>
          </p:nvCxnSpPr>
          <p:spPr>
            <a:xfrm flipV="1">
              <a:off x="3933956" y="3837922"/>
              <a:ext cx="298282" cy="825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B07D78FD-FCB1-B1ED-888C-06987D0F35F5}"/>
                </a:ext>
              </a:extLst>
            </p:cNvPr>
            <p:cNvCxnSpPr>
              <a:cxnSpLocks/>
              <a:stCxn id="107" idx="4"/>
              <a:endCxn id="104" idx="2"/>
            </p:cNvCxnSpPr>
            <p:nvPr/>
          </p:nvCxnSpPr>
          <p:spPr>
            <a:xfrm>
              <a:off x="2989188" y="3837196"/>
              <a:ext cx="374370" cy="1551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0972F8E0-D46A-5AD5-D279-8F613774DCB7}"/>
                </a:ext>
              </a:extLst>
            </p:cNvPr>
            <p:cNvCxnSpPr>
              <a:cxnSpLocks/>
              <a:stCxn id="60" idx="3"/>
            </p:cNvCxnSpPr>
            <p:nvPr/>
          </p:nvCxnSpPr>
          <p:spPr>
            <a:xfrm flipV="1">
              <a:off x="2228923" y="3704213"/>
              <a:ext cx="165400" cy="6288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3561FB7F-DD31-5436-194B-AA1FAC493B39}"/>
                </a:ext>
              </a:extLst>
            </p:cNvPr>
            <p:cNvCxnSpPr>
              <a:cxnSpLocks/>
              <a:stCxn id="42" idx="3"/>
            </p:cNvCxnSpPr>
            <p:nvPr/>
          </p:nvCxnSpPr>
          <p:spPr>
            <a:xfrm>
              <a:off x="1510622" y="3702471"/>
              <a:ext cx="148337" cy="0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A6AC98F1-E063-B1A1-B361-D6F64188215A}"/>
                </a:ext>
              </a:extLst>
            </p:cNvPr>
            <p:cNvCxnSpPr>
              <a:cxnSpLocks/>
              <a:stCxn id="92" idx="3"/>
              <a:endCxn id="43" idx="2"/>
            </p:cNvCxnSpPr>
            <p:nvPr/>
          </p:nvCxnSpPr>
          <p:spPr>
            <a:xfrm flipV="1">
              <a:off x="7950810" y="3624569"/>
              <a:ext cx="311541" cy="251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F8218D06-468B-3614-3D3D-50B013B163AF}"/>
                </a:ext>
              </a:extLst>
            </p:cNvPr>
            <p:cNvCxnSpPr>
              <a:cxnSpLocks/>
              <a:stCxn id="43" idx="5"/>
              <a:endCxn id="44" idx="1"/>
            </p:cNvCxnSpPr>
            <p:nvPr/>
          </p:nvCxnSpPr>
          <p:spPr>
            <a:xfrm>
              <a:off x="8960292" y="3497025"/>
              <a:ext cx="137598" cy="1067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A82F0A53-1C67-32A6-2A3D-86B738A7E5AC}"/>
                </a:ext>
              </a:extLst>
            </p:cNvPr>
            <p:cNvCxnSpPr>
              <a:cxnSpLocks/>
              <a:stCxn id="44" idx="3"/>
              <a:endCxn id="57" idx="1"/>
            </p:cNvCxnSpPr>
            <p:nvPr/>
          </p:nvCxnSpPr>
          <p:spPr>
            <a:xfrm flipV="1">
              <a:off x="9189330" y="3498002"/>
              <a:ext cx="145572" cy="90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BA8D68D0-A24A-5741-A6EE-6169D37FF1AD}"/>
                </a:ext>
              </a:extLst>
            </p:cNvPr>
            <p:cNvCxnSpPr>
              <a:cxnSpLocks/>
              <a:stCxn id="57" idx="3"/>
              <a:endCxn id="49" idx="1"/>
            </p:cNvCxnSpPr>
            <p:nvPr/>
          </p:nvCxnSpPr>
          <p:spPr>
            <a:xfrm>
              <a:off x="9881001" y="3498002"/>
              <a:ext cx="137373" cy="677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0859B58-4C50-5D73-4E25-A1BE3066F6BA}"/>
                </a:ext>
              </a:extLst>
            </p:cNvPr>
            <p:cNvCxnSpPr>
              <a:cxnSpLocks/>
              <a:stCxn id="49" idx="3"/>
              <a:endCxn id="59" idx="1"/>
            </p:cNvCxnSpPr>
            <p:nvPr/>
          </p:nvCxnSpPr>
          <p:spPr>
            <a:xfrm flipV="1">
              <a:off x="10109814" y="3496097"/>
              <a:ext cx="129963" cy="2582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865F7F80-AD73-87D0-4084-77C38E6A62DC}"/>
                </a:ext>
              </a:extLst>
            </p:cNvPr>
            <p:cNvCxnSpPr>
              <a:cxnSpLocks/>
              <a:stCxn id="59" idx="3"/>
              <a:endCxn id="50" idx="1"/>
            </p:cNvCxnSpPr>
            <p:nvPr/>
          </p:nvCxnSpPr>
          <p:spPr>
            <a:xfrm>
              <a:off x="10785876" y="3496097"/>
              <a:ext cx="128553" cy="1200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5A97CC9-26D5-8C18-5A2D-6E02415C8B8E}"/>
                </a:ext>
              </a:extLst>
            </p:cNvPr>
            <p:cNvSpPr txBox="1"/>
            <p:nvPr/>
          </p:nvSpPr>
          <p:spPr>
            <a:xfrm>
              <a:off x="10661709" y="4103954"/>
              <a:ext cx="6056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/>
                <a:t>128</a:t>
              </a:r>
              <a:endParaRPr lang="en-IN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47949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5C82C9-6FB5-EDE8-5A81-F6010B600565}"/>
              </a:ext>
            </a:extLst>
          </p:cNvPr>
          <p:cNvSpPr txBox="1"/>
          <p:nvPr/>
        </p:nvSpPr>
        <p:spPr>
          <a:xfrm>
            <a:off x="0" y="33589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3. SAB and CAB 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290FA7-F098-BAAB-02F3-D7A242A0A7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30" t="16009" r="-1130" b="1361"/>
          <a:stretch/>
        </p:blipFill>
        <p:spPr>
          <a:xfrm>
            <a:off x="1630843" y="1097953"/>
            <a:ext cx="9079606" cy="566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055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B8DAF385-5307-B2F1-8551-403F5D5FB324}"/>
              </a:ext>
            </a:extLst>
          </p:cNvPr>
          <p:cNvGrpSpPr/>
          <p:nvPr/>
        </p:nvGrpSpPr>
        <p:grpSpPr>
          <a:xfrm>
            <a:off x="2651760" y="189528"/>
            <a:ext cx="8951976" cy="6642970"/>
            <a:chOff x="2651760" y="189529"/>
            <a:chExt cx="8717280" cy="6213930"/>
          </a:xfrm>
        </p:grpSpPr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A3FCC25A-D127-CB09-655F-77ADBD91ACD0}"/>
                </a:ext>
              </a:extLst>
            </p:cNvPr>
            <p:cNvGrpSpPr/>
            <p:nvPr/>
          </p:nvGrpSpPr>
          <p:grpSpPr>
            <a:xfrm>
              <a:off x="2651760" y="189529"/>
              <a:ext cx="8683951" cy="1591446"/>
              <a:chOff x="2338157" y="516557"/>
              <a:chExt cx="7321584" cy="1366373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699DD572-8D62-9BDC-BFCB-DCCA4C7715D0}"/>
                  </a:ext>
                </a:extLst>
              </p:cNvPr>
              <p:cNvGrpSpPr/>
              <p:nvPr/>
            </p:nvGrpSpPr>
            <p:grpSpPr>
              <a:xfrm>
                <a:off x="4092690" y="516557"/>
                <a:ext cx="1283814" cy="1094420"/>
                <a:chOff x="2167734" y="2381250"/>
                <a:chExt cx="636426" cy="567690"/>
              </a:xfrm>
            </p:grpSpPr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441475CB-32F4-FAE4-B00B-849665FBFD75}"/>
                    </a:ext>
                  </a:extLst>
                </p:cNvPr>
                <p:cNvSpPr/>
                <p:nvPr/>
              </p:nvSpPr>
              <p:spPr>
                <a:xfrm>
                  <a:off x="2373474" y="2381250"/>
                  <a:ext cx="430686" cy="346710"/>
                </a:xfrm>
                <a:prstGeom prst="cube">
                  <a:avLst/>
                </a:prstGeom>
                <a:solidFill>
                  <a:srgbClr val="002060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87E21346-E83F-3064-E8A6-6884645FD37D}"/>
                    </a:ext>
                  </a:extLst>
                </p:cNvPr>
                <p:cNvSpPr/>
                <p:nvPr/>
              </p:nvSpPr>
              <p:spPr>
                <a:xfrm>
                  <a:off x="2270604" y="2491740"/>
                  <a:ext cx="430686" cy="346710"/>
                </a:xfrm>
                <a:prstGeom prst="cube">
                  <a:avLst/>
                </a:prstGeom>
                <a:solidFill>
                  <a:srgbClr val="002060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167BEB16-F493-BF36-A3E8-3DF3AEBD493C}"/>
                    </a:ext>
                  </a:extLst>
                </p:cNvPr>
                <p:cNvSpPr/>
                <p:nvPr/>
              </p:nvSpPr>
              <p:spPr>
                <a:xfrm>
                  <a:off x="2167734" y="2602230"/>
                  <a:ext cx="430686" cy="346710"/>
                </a:xfrm>
                <a:prstGeom prst="cube">
                  <a:avLst/>
                </a:prstGeom>
                <a:solidFill>
                  <a:srgbClr val="002060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b="1" dirty="0"/>
                    <a:t>Conv 3D</a:t>
                  </a:r>
                  <a:endParaRPr lang="en-IN" sz="1100" b="1" dirty="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3EF5839-AB92-1DA5-3D63-DDCC001C292C}"/>
                  </a:ext>
                </a:extLst>
              </p:cNvPr>
              <p:cNvGrpSpPr/>
              <p:nvPr/>
            </p:nvGrpSpPr>
            <p:grpSpPr>
              <a:xfrm>
                <a:off x="5168749" y="717852"/>
                <a:ext cx="1031350" cy="835340"/>
                <a:chOff x="2167734" y="2381250"/>
                <a:chExt cx="636426" cy="567690"/>
              </a:xfrm>
            </p:grpSpPr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2C55168E-B984-577B-3179-FAEB17275BA1}"/>
                    </a:ext>
                  </a:extLst>
                </p:cNvPr>
                <p:cNvSpPr/>
                <p:nvPr/>
              </p:nvSpPr>
              <p:spPr>
                <a:xfrm>
                  <a:off x="2373474" y="2381250"/>
                  <a:ext cx="430686" cy="346710"/>
                </a:xfrm>
                <a:prstGeom prst="cube">
                  <a:avLst/>
                </a:prstGeom>
                <a:solidFill>
                  <a:schemeClr val="accent2">
                    <a:lumMod val="75000"/>
                  </a:schemeClr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054894F6-CA4E-6CF3-9308-77057EC33508}"/>
                    </a:ext>
                  </a:extLst>
                </p:cNvPr>
                <p:cNvSpPr/>
                <p:nvPr/>
              </p:nvSpPr>
              <p:spPr>
                <a:xfrm>
                  <a:off x="2270604" y="2491740"/>
                  <a:ext cx="430686" cy="346710"/>
                </a:xfrm>
                <a:prstGeom prst="cube">
                  <a:avLst/>
                </a:prstGeom>
                <a:solidFill>
                  <a:schemeClr val="accent2">
                    <a:lumMod val="75000"/>
                  </a:schemeClr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7556B0A7-4ED0-DA62-38FB-454712C0EA1A}"/>
                    </a:ext>
                  </a:extLst>
                </p:cNvPr>
                <p:cNvSpPr/>
                <p:nvPr/>
              </p:nvSpPr>
              <p:spPr>
                <a:xfrm>
                  <a:off x="2167734" y="2602230"/>
                  <a:ext cx="430686" cy="346710"/>
                </a:xfrm>
                <a:prstGeom prst="cube">
                  <a:avLst/>
                </a:prstGeom>
                <a:solidFill>
                  <a:schemeClr val="accent2">
                    <a:lumMod val="75000"/>
                  </a:schemeClr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900" b="1" dirty="0" err="1"/>
                    <a:t>DropBlock</a:t>
                  </a:r>
                  <a:r>
                    <a:rPr lang="en-US" sz="900" b="1" dirty="0"/>
                    <a:t> 3D</a:t>
                  </a:r>
                  <a:endParaRPr lang="en-IN" sz="900" b="1" dirty="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81E9987-9CBA-079F-A74C-E4871C1E2274}"/>
                  </a:ext>
                </a:extLst>
              </p:cNvPr>
              <p:cNvGrpSpPr/>
              <p:nvPr/>
            </p:nvGrpSpPr>
            <p:grpSpPr>
              <a:xfrm>
                <a:off x="6037429" y="517283"/>
                <a:ext cx="1283814" cy="1094422"/>
                <a:chOff x="2167734" y="2381250"/>
                <a:chExt cx="636426" cy="567691"/>
              </a:xfrm>
            </p:grpSpPr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C601866E-8864-E22D-AF58-A7891A4C8321}"/>
                    </a:ext>
                  </a:extLst>
                </p:cNvPr>
                <p:cNvSpPr/>
                <p:nvPr/>
              </p:nvSpPr>
              <p:spPr>
                <a:xfrm>
                  <a:off x="2373474" y="2381250"/>
                  <a:ext cx="430686" cy="346710"/>
                </a:xfrm>
                <a:prstGeom prst="cube">
                  <a:avLst/>
                </a:prstGeom>
                <a:solidFill>
                  <a:srgbClr val="002060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CBCD24A1-9799-BCDA-D8DA-CEDAE1686F14}"/>
                    </a:ext>
                  </a:extLst>
                </p:cNvPr>
                <p:cNvSpPr/>
                <p:nvPr/>
              </p:nvSpPr>
              <p:spPr>
                <a:xfrm>
                  <a:off x="2270604" y="2491740"/>
                  <a:ext cx="430686" cy="346710"/>
                </a:xfrm>
                <a:prstGeom prst="cube">
                  <a:avLst/>
                </a:prstGeom>
                <a:solidFill>
                  <a:srgbClr val="002060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95DB2992-584A-E490-89BD-4071CB1089B6}"/>
                    </a:ext>
                  </a:extLst>
                </p:cNvPr>
                <p:cNvSpPr/>
                <p:nvPr/>
              </p:nvSpPr>
              <p:spPr>
                <a:xfrm>
                  <a:off x="2167734" y="2602231"/>
                  <a:ext cx="430686" cy="346710"/>
                </a:xfrm>
                <a:prstGeom prst="cube">
                  <a:avLst/>
                </a:prstGeom>
                <a:solidFill>
                  <a:srgbClr val="002060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b="1" dirty="0"/>
                    <a:t>Conv 3D</a:t>
                  </a:r>
                  <a:endParaRPr lang="en-IN" sz="1100" b="1" dirty="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5D5E67F-3144-2765-2577-9E310263FAD2}"/>
                  </a:ext>
                </a:extLst>
              </p:cNvPr>
              <p:cNvGrpSpPr/>
              <p:nvPr/>
            </p:nvGrpSpPr>
            <p:grpSpPr>
              <a:xfrm>
                <a:off x="7113643" y="717169"/>
                <a:ext cx="1031352" cy="835341"/>
                <a:chOff x="2167733" y="2381250"/>
                <a:chExt cx="636427" cy="567691"/>
              </a:xfrm>
            </p:grpSpPr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527AF9C4-0B54-EFC5-138C-24FA1CC5DABB}"/>
                    </a:ext>
                  </a:extLst>
                </p:cNvPr>
                <p:cNvSpPr/>
                <p:nvPr/>
              </p:nvSpPr>
              <p:spPr>
                <a:xfrm>
                  <a:off x="2373474" y="2381250"/>
                  <a:ext cx="430686" cy="346710"/>
                </a:xfrm>
                <a:prstGeom prst="cube">
                  <a:avLst/>
                </a:prstGeom>
                <a:solidFill>
                  <a:schemeClr val="accent2">
                    <a:lumMod val="75000"/>
                  </a:schemeClr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FEAD74C5-062E-F7C9-ABF5-799910F0338D}"/>
                    </a:ext>
                  </a:extLst>
                </p:cNvPr>
                <p:cNvSpPr/>
                <p:nvPr/>
              </p:nvSpPr>
              <p:spPr>
                <a:xfrm>
                  <a:off x="2270604" y="2491740"/>
                  <a:ext cx="430686" cy="346710"/>
                </a:xfrm>
                <a:prstGeom prst="cube">
                  <a:avLst/>
                </a:prstGeom>
                <a:solidFill>
                  <a:schemeClr val="accent2">
                    <a:lumMod val="75000"/>
                  </a:schemeClr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E3FCDD7D-2F99-ADDB-3F76-ED68F2C437D7}"/>
                    </a:ext>
                  </a:extLst>
                </p:cNvPr>
                <p:cNvSpPr/>
                <p:nvPr/>
              </p:nvSpPr>
              <p:spPr>
                <a:xfrm>
                  <a:off x="2167733" y="2602231"/>
                  <a:ext cx="430686" cy="346710"/>
                </a:xfrm>
                <a:prstGeom prst="cube">
                  <a:avLst/>
                </a:prstGeom>
                <a:solidFill>
                  <a:schemeClr val="accent2">
                    <a:lumMod val="75000"/>
                  </a:schemeClr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900" b="1" dirty="0" err="1"/>
                    <a:t>DropBlock</a:t>
                  </a:r>
                  <a:r>
                    <a:rPr lang="en-US" sz="900" b="1" dirty="0"/>
                    <a:t> 3D</a:t>
                  </a:r>
                  <a:endParaRPr lang="en-IN" sz="900" b="1" dirty="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560275F8-0E93-740A-0101-F3013897B7FA}"/>
                  </a:ext>
                </a:extLst>
              </p:cNvPr>
              <p:cNvGrpSpPr/>
              <p:nvPr/>
            </p:nvGrpSpPr>
            <p:grpSpPr>
              <a:xfrm>
                <a:off x="7929821" y="516557"/>
                <a:ext cx="1283814" cy="1094420"/>
                <a:chOff x="2167734" y="2381250"/>
                <a:chExt cx="636426" cy="567690"/>
              </a:xfrm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40824DD1-29AD-6802-2582-3C766F1D67C0}"/>
                    </a:ext>
                  </a:extLst>
                </p:cNvPr>
                <p:cNvSpPr/>
                <p:nvPr/>
              </p:nvSpPr>
              <p:spPr>
                <a:xfrm>
                  <a:off x="2373474" y="2381250"/>
                  <a:ext cx="430686" cy="346710"/>
                </a:xfrm>
                <a:prstGeom prst="cube">
                  <a:avLst/>
                </a:prstGeom>
                <a:solidFill>
                  <a:srgbClr val="002060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6EC192E5-869E-7C61-A3E3-2CDD28F94957}"/>
                    </a:ext>
                  </a:extLst>
                </p:cNvPr>
                <p:cNvSpPr/>
                <p:nvPr/>
              </p:nvSpPr>
              <p:spPr>
                <a:xfrm>
                  <a:off x="2270604" y="2491740"/>
                  <a:ext cx="430686" cy="346710"/>
                </a:xfrm>
                <a:prstGeom prst="cube">
                  <a:avLst/>
                </a:prstGeom>
                <a:solidFill>
                  <a:srgbClr val="002060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36013264-D0D6-E3DE-4B03-CA2CB11B44D1}"/>
                    </a:ext>
                  </a:extLst>
                </p:cNvPr>
                <p:cNvSpPr/>
                <p:nvPr/>
              </p:nvSpPr>
              <p:spPr>
                <a:xfrm>
                  <a:off x="2167734" y="2602230"/>
                  <a:ext cx="430686" cy="346710"/>
                </a:xfrm>
                <a:prstGeom prst="cube">
                  <a:avLst/>
                </a:prstGeom>
                <a:solidFill>
                  <a:srgbClr val="002060"/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b="1" dirty="0"/>
                    <a:t>Conv 3D</a:t>
                  </a:r>
                  <a:endParaRPr lang="en-IN" sz="1100" b="1" dirty="0"/>
                </a:p>
              </p:txBody>
            </p:sp>
          </p:grp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5CE81E2-BED0-1F0F-9ED8-E49D993FD7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47023" y="926643"/>
                <a:ext cx="868790" cy="597916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124CFB73-BE64-6174-D88D-E294A49C03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6059" y="964121"/>
                <a:ext cx="698055" cy="53902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019D9B-63FD-7268-EA60-17B120FC8641}"/>
                  </a:ext>
                </a:extLst>
              </p:cNvPr>
              <p:cNvSpPr txBox="1"/>
              <p:nvPr/>
            </p:nvSpPr>
            <p:spPr>
              <a:xfrm>
                <a:off x="2338157" y="1472979"/>
                <a:ext cx="9267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/>
                  <a:t>Hyperspectral</a:t>
                </a:r>
              </a:p>
              <a:p>
                <a:pPr algn="ctr"/>
                <a:r>
                  <a:rPr lang="en-US" sz="1000" b="1" dirty="0"/>
                  <a:t>Dataset</a:t>
                </a:r>
                <a:endParaRPr lang="en-IN" sz="1000" b="1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F9BA92C-F138-B48B-746C-C11A503A2BC9}"/>
                  </a:ext>
                </a:extLst>
              </p:cNvPr>
              <p:cNvSpPr txBox="1"/>
              <p:nvPr/>
            </p:nvSpPr>
            <p:spPr>
              <a:xfrm>
                <a:off x="3167098" y="1482820"/>
                <a:ext cx="9267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/>
                  <a:t>Cube</a:t>
                </a:r>
              </a:p>
              <a:p>
                <a:pPr algn="ctr"/>
                <a:r>
                  <a:rPr lang="en-US" sz="1000" b="1" dirty="0"/>
                  <a:t>Patches</a:t>
                </a:r>
                <a:endParaRPr lang="en-IN" sz="1000" b="1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FAAC464-5A5F-3367-7DE0-DE261C0DC157}"/>
                  </a:ext>
                </a:extLst>
              </p:cNvPr>
              <p:cNvSpPr txBox="1"/>
              <p:nvPr/>
            </p:nvSpPr>
            <p:spPr>
              <a:xfrm>
                <a:off x="3963157" y="1610407"/>
                <a:ext cx="92678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/>
                  <a:t>8 @ 3 x 3 x 7</a:t>
                </a:r>
                <a:endParaRPr lang="en-IN" sz="1000" b="1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35915BC-C3AF-8B78-8ECC-225812C381A8}"/>
                  </a:ext>
                </a:extLst>
              </p:cNvPr>
              <p:cNvSpPr txBox="1"/>
              <p:nvPr/>
            </p:nvSpPr>
            <p:spPr>
              <a:xfrm>
                <a:off x="5932867" y="1610977"/>
                <a:ext cx="92678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/>
                  <a:t>16 @ 3 x 3 x 7</a:t>
                </a:r>
                <a:endParaRPr lang="en-IN" sz="1000" b="1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5C51C22-099F-60CB-24C4-501BF04A3458}"/>
                  </a:ext>
                </a:extLst>
              </p:cNvPr>
              <p:cNvSpPr txBox="1"/>
              <p:nvPr/>
            </p:nvSpPr>
            <p:spPr>
              <a:xfrm>
                <a:off x="7877131" y="1626867"/>
                <a:ext cx="92678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/>
                  <a:t>32 @ 3 x 3 x 7</a:t>
                </a:r>
                <a:endParaRPr lang="en-IN" sz="1000" b="1" dirty="0"/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6A8CC60-F519-8BDD-67CE-6A6A17954D38}"/>
                  </a:ext>
                </a:extLst>
              </p:cNvPr>
              <p:cNvCxnSpPr>
                <a:cxnSpLocks/>
                <a:stCxn id="50" idx="4"/>
                <a:endCxn id="47" idx="2"/>
              </p:cNvCxnSpPr>
              <p:nvPr/>
            </p:nvCxnSpPr>
            <p:spPr>
              <a:xfrm flipV="1">
                <a:off x="7684042" y="1360326"/>
                <a:ext cx="245779" cy="869"/>
              </a:xfrm>
              <a:prstGeom prst="straightConnector1">
                <a:avLst/>
              </a:prstGeom>
              <a:ln w="127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092979DE-F5B8-F194-4B4B-E3F7336386F8}"/>
                  </a:ext>
                </a:extLst>
              </p:cNvPr>
              <p:cNvCxnSpPr>
                <a:cxnSpLocks/>
                <a:stCxn id="53" idx="4"/>
                <a:endCxn id="50" idx="2"/>
              </p:cNvCxnSpPr>
              <p:nvPr/>
            </p:nvCxnSpPr>
            <p:spPr>
              <a:xfrm>
                <a:off x="6739118" y="1361052"/>
                <a:ext cx="374525" cy="143"/>
              </a:xfrm>
              <a:prstGeom prst="straightConnector1">
                <a:avLst/>
              </a:prstGeom>
              <a:ln w="127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51780CCE-7373-A502-D1DE-8253991858E7}"/>
                  </a:ext>
                </a:extLst>
              </p:cNvPr>
              <p:cNvCxnSpPr>
                <a:cxnSpLocks/>
                <a:stCxn id="56" idx="4"/>
                <a:endCxn id="53" idx="2"/>
              </p:cNvCxnSpPr>
              <p:nvPr/>
            </p:nvCxnSpPr>
            <p:spPr>
              <a:xfrm flipV="1">
                <a:off x="5739147" y="1361052"/>
                <a:ext cx="298282" cy="825"/>
              </a:xfrm>
              <a:prstGeom prst="straightConnector1">
                <a:avLst/>
              </a:prstGeom>
              <a:ln w="127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6A9BCA76-4BB6-3730-C786-2BFB70C6D93D}"/>
                  </a:ext>
                </a:extLst>
              </p:cNvPr>
              <p:cNvCxnSpPr>
                <a:cxnSpLocks/>
                <a:stCxn id="59" idx="4"/>
                <a:endCxn id="56" idx="2"/>
              </p:cNvCxnSpPr>
              <p:nvPr/>
            </p:nvCxnSpPr>
            <p:spPr>
              <a:xfrm>
                <a:off x="4794379" y="1360326"/>
                <a:ext cx="374370" cy="1551"/>
              </a:xfrm>
              <a:prstGeom prst="straightConnector1">
                <a:avLst/>
              </a:prstGeom>
              <a:ln w="127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AADDF53D-E2D4-1D78-84A6-A35C683E81BF}"/>
                  </a:ext>
                </a:extLst>
              </p:cNvPr>
              <p:cNvCxnSpPr>
                <a:cxnSpLocks/>
                <a:stCxn id="18" idx="3"/>
              </p:cNvCxnSpPr>
              <p:nvPr/>
            </p:nvCxnSpPr>
            <p:spPr>
              <a:xfrm flipV="1">
                <a:off x="4034114" y="1227343"/>
                <a:ext cx="165400" cy="6288"/>
              </a:xfrm>
              <a:prstGeom prst="straightConnector1">
                <a:avLst/>
              </a:prstGeom>
              <a:ln w="127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DFA6DCB8-2887-DE19-BA14-2460BC4B61E9}"/>
                  </a:ext>
                </a:extLst>
              </p:cNvPr>
              <p:cNvCxnSpPr>
                <a:cxnSpLocks/>
                <a:stCxn id="11" idx="3"/>
              </p:cNvCxnSpPr>
              <p:nvPr/>
            </p:nvCxnSpPr>
            <p:spPr>
              <a:xfrm>
                <a:off x="3315813" y="1225601"/>
                <a:ext cx="148337" cy="0"/>
              </a:xfrm>
              <a:prstGeom prst="straightConnector1">
                <a:avLst/>
              </a:prstGeom>
              <a:ln w="127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5AA8707C-785F-086D-0CB0-58960935DA42}"/>
                  </a:ext>
                </a:extLst>
              </p:cNvPr>
              <p:cNvCxnSpPr>
                <a:cxnSpLocks/>
                <a:stCxn id="46" idx="4"/>
                <a:endCxn id="97" idx="2"/>
              </p:cNvCxnSpPr>
              <p:nvPr/>
            </p:nvCxnSpPr>
            <p:spPr>
              <a:xfrm>
                <a:off x="8839022" y="1147318"/>
                <a:ext cx="604719" cy="3018"/>
              </a:xfrm>
              <a:prstGeom prst="straightConnector1">
                <a:avLst/>
              </a:prstGeom>
              <a:ln w="127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4F1264BD-F2B3-7FC8-E976-60E94954F41D}"/>
                  </a:ext>
                </a:extLst>
              </p:cNvPr>
              <p:cNvSpPr/>
              <p:nvPr/>
            </p:nvSpPr>
            <p:spPr>
              <a:xfrm>
                <a:off x="9443741" y="1042336"/>
                <a:ext cx="216000" cy="216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4CDE3A2-270A-45B8-8C85-495B000DD846}"/>
                </a:ext>
              </a:extLst>
            </p:cNvPr>
            <p:cNvGrpSpPr/>
            <p:nvPr/>
          </p:nvGrpSpPr>
          <p:grpSpPr>
            <a:xfrm>
              <a:off x="2733705" y="1802802"/>
              <a:ext cx="8635335" cy="3245440"/>
              <a:chOff x="2718465" y="1810422"/>
              <a:chExt cx="8635335" cy="3245440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6FF33AF1-9811-A951-D78F-C3D42537673A}"/>
                  </a:ext>
                </a:extLst>
              </p:cNvPr>
              <p:cNvSpPr/>
              <p:nvPr/>
            </p:nvSpPr>
            <p:spPr>
              <a:xfrm>
                <a:off x="7598887" y="3219454"/>
                <a:ext cx="256192" cy="25158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rgbClr val="A11D9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2D0EC5D8-D899-E516-7931-9B3FE37B8A4E}"/>
                  </a:ext>
                </a:extLst>
              </p:cNvPr>
              <p:cNvCxnSpPr>
                <a:cxnSpLocks/>
                <a:stCxn id="133" idx="6"/>
                <a:endCxn id="144" idx="2"/>
              </p:cNvCxnSpPr>
              <p:nvPr/>
            </p:nvCxnSpPr>
            <p:spPr>
              <a:xfrm>
                <a:off x="7072234" y="3345244"/>
                <a:ext cx="526653" cy="0"/>
              </a:xfrm>
              <a:prstGeom prst="straightConnector1">
                <a:avLst/>
              </a:prstGeom>
              <a:ln w="127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6D8F325-6599-7AE3-A4C1-85C7A2F766C3}"/>
                  </a:ext>
                </a:extLst>
              </p:cNvPr>
              <p:cNvGrpSpPr/>
              <p:nvPr/>
            </p:nvGrpSpPr>
            <p:grpSpPr>
              <a:xfrm>
                <a:off x="3572967" y="3706557"/>
                <a:ext cx="1140904" cy="834969"/>
                <a:chOff x="6705554" y="4776235"/>
                <a:chExt cx="961915" cy="716882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D54B43D3-34FC-DA06-E1FA-C970ACF77A1F}"/>
                    </a:ext>
                  </a:extLst>
                </p:cNvPr>
                <p:cNvSpPr/>
                <p:nvPr/>
              </p:nvSpPr>
              <p:spPr>
                <a:xfrm>
                  <a:off x="6969908" y="4776235"/>
                  <a:ext cx="697561" cy="49031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EC21242-57C0-8908-3A47-E1615039972B}"/>
                    </a:ext>
                  </a:extLst>
                </p:cNvPr>
                <p:cNvSpPr/>
                <p:nvPr/>
              </p:nvSpPr>
              <p:spPr>
                <a:xfrm>
                  <a:off x="6837731" y="4889519"/>
                  <a:ext cx="697561" cy="49031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81F5BB7E-15CB-0D96-BA01-5F272A9943AD}"/>
                    </a:ext>
                  </a:extLst>
                </p:cNvPr>
                <p:cNvSpPr/>
                <p:nvPr/>
              </p:nvSpPr>
              <p:spPr>
                <a:xfrm>
                  <a:off x="6705554" y="5002803"/>
                  <a:ext cx="697561" cy="49031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b="1" dirty="0"/>
                    <a:t>Conv 2D</a:t>
                  </a:r>
                  <a:endParaRPr lang="en-IN" sz="1100" b="1" dirty="0"/>
                </a:p>
              </p:txBody>
            </p:sp>
          </p:grpSp>
          <p:cxnSp>
            <p:nvCxnSpPr>
              <p:cNvPr id="27" name="Connector: Elbow 26">
                <a:extLst>
                  <a:ext uri="{FF2B5EF4-FFF2-40B4-BE49-F238E27FC236}">
                    <a16:creationId xmlns:a16="http://schemas.microsoft.com/office/drawing/2014/main" id="{83AC169E-C38F-4AB3-5C43-F71D2CA66214}"/>
                  </a:ext>
                </a:extLst>
              </p:cNvPr>
              <p:cNvCxnSpPr>
                <a:cxnSpLocks/>
                <a:stCxn id="44" idx="2"/>
                <a:endCxn id="74" idx="2"/>
              </p:cNvCxnSpPr>
              <p:nvPr/>
            </p:nvCxnSpPr>
            <p:spPr>
              <a:xfrm rot="5400000" flipH="1" flipV="1">
                <a:off x="4917969" y="3450454"/>
                <a:ext cx="159750" cy="2022395"/>
              </a:xfrm>
              <a:prstGeom prst="bentConnector3">
                <a:avLst>
                  <a:gd name="adj1" fmla="val -83335"/>
                </a:avLst>
              </a:prstGeom>
              <a:ln w="127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AE441653-2221-8814-B382-9200FCD4124E}"/>
                  </a:ext>
                </a:extLst>
              </p:cNvPr>
              <p:cNvCxnSpPr>
                <a:cxnSpLocks/>
                <a:stCxn id="44" idx="3"/>
                <a:endCxn id="64" idx="1"/>
              </p:cNvCxnSpPr>
              <p:nvPr/>
            </p:nvCxnSpPr>
            <p:spPr>
              <a:xfrm>
                <a:off x="4400327" y="4255986"/>
                <a:ext cx="443512" cy="0"/>
              </a:xfrm>
              <a:prstGeom prst="straightConnector1">
                <a:avLst/>
              </a:prstGeom>
              <a:ln w="127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216B3B7E-F518-65C8-57C9-0582C48164A5}"/>
                  </a:ext>
                </a:extLst>
              </p:cNvPr>
              <p:cNvCxnSpPr>
                <a:cxnSpLocks/>
                <a:stCxn id="64" idx="3"/>
                <a:endCxn id="74" idx="1"/>
              </p:cNvCxnSpPr>
              <p:nvPr/>
            </p:nvCxnSpPr>
            <p:spPr>
              <a:xfrm>
                <a:off x="5668205" y="4255986"/>
                <a:ext cx="212742" cy="0"/>
              </a:xfrm>
              <a:prstGeom prst="straightConnector1">
                <a:avLst/>
              </a:prstGeom>
              <a:ln w="127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7D22A21D-A02C-9409-83C0-75A7A9194CD3}"/>
                  </a:ext>
                </a:extLst>
              </p:cNvPr>
              <p:cNvGrpSpPr/>
              <p:nvPr/>
            </p:nvGrpSpPr>
            <p:grpSpPr>
              <a:xfrm>
                <a:off x="8475736" y="2709389"/>
                <a:ext cx="2878064" cy="1629789"/>
                <a:chOff x="9382877" y="3758751"/>
                <a:chExt cx="2426544" cy="1399293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66F4CF3-82C2-1494-7A4B-B0F9EF4EB8B4}"/>
                    </a:ext>
                  </a:extLst>
                </p:cNvPr>
                <p:cNvSpPr/>
                <p:nvPr/>
              </p:nvSpPr>
              <p:spPr>
                <a:xfrm>
                  <a:off x="9639972" y="3758751"/>
                  <a:ext cx="91440" cy="109442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76471022-65BF-201D-5DB3-06D5CF08E5F5}"/>
                    </a:ext>
                  </a:extLst>
                </p:cNvPr>
                <p:cNvSpPr/>
                <p:nvPr/>
              </p:nvSpPr>
              <p:spPr>
                <a:xfrm>
                  <a:off x="10560456" y="3871886"/>
                  <a:ext cx="91440" cy="86932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2AEE57F9-E48D-E1E3-E9C9-0575345C73A9}"/>
                    </a:ext>
                  </a:extLst>
                </p:cNvPr>
                <p:cNvSpPr/>
                <p:nvPr/>
              </p:nvSpPr>
              <p:spPr>
                <a:xfrm>
                  <a:off x="11456511" y="4036561"/>
                  <a:ext cx="91440" cy="5372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39AE324-7813-A9EF-F068-DD045DAF9B64}"/>
                    </a:ext>
                  </a:extLst>
                </p:cNvPr>
                <p:cNvSpPr/>
                <p:nvPr/>
              </p:nvSpPr>
              <p:spPr>
                <a:xfrm>
                  <a:off x="9876984" y="4174426"/>
                  <a:ext cx="546099" cy="262889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dirty="0" err="1"/>
                    <a:t>DropOut</a:t>
                  </a:r>
                  <a:endParaRPr lang="en-IN" sz="1000" b="1" dirty="0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C39E2CF2-695B-BCD4-BDE1-7463AFDEE257}"/>
                    </a:ext>
                  </a:extLst>
                </p:cNvPr>
                <p:cNvSpPr/>
                <p:nvPr/>
              </p:nvSpPr>
              <p:spPr>
                <a:xfrm>
                  <a:off x="10781859" y="4172521"/>
                  <a:ext cx="546099" cy="262889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95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dirty="0" err="1"/>
                    <a:t>DropOut</a:t>
                  </a:r>
                  <a:endParaRPr lang="en-IN" sz="1000" b="1" dirty="0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B5993D7-2020-C3D8-EA28-17A4CAC01DB0}"/>
                    </a:ext>
                  </a:extLst>
                </p:cNvPr>
                <p:cNvSpPr txBox="1"/>
                <p:nvPr/>
              </p:nvSpPr>
              <p:spPr>
                <a:xfrm>
                  <a:off x="9382877" y="4911607"/>
                  <a:ext cx="60563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b="1" dirty="0"/>
                    <a:t>Flatten</a:t>
                  </a:r>
                  <a:endParaRPr lang="en-IN" sz="1000" b="1" dirty="0"/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CAA2040-2155-C643-5D75-44D114D9043A}"/>
                    </a:ext>
                  </a:extLst>
                </p:cNvPr>
                <p:cNvSpPr txBox="1"/>
                <p:nvPr/>
              </p:nvSpPr>
              <p:spPr>
                <a:xfrm>
                  <a:off x="10312251" y="4911823"/>
                  <a:ext cx="60563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b="1" dirty="0"/>
                    <a:t>256</a:t>
                  </a:r>
                  <a:endParaRPr lang="en-IN" sz="1000" b="1" dirty="0"/>
                </a:p>
              </p:txBody>
            </p: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E0FBBA4F-9A7A-FACD-FC1E-5AC1E57B85AB}"/>
                    </a:ext>
                  </a:extLst>
                </p:cNvPr>
                <p:cNvCxnSpPr>
                  <a:cxnSpLocks/>
                  <a:stCxn id="13" idx="3"/>
                  <a:endCxn id="16" idx="1"/>
                </p:cNvCxnSpPr>
                <p:nvPr/>
              </p:nvCxnSpPr>
              <p:spPr>
                <a:xfrm flipV="1">
                  <a:off x="9731412" y="4305871"/>
                  <a:ext cx="145572" cy="90"/>
                </a:xfrm>
                <a:prstGeom prst="straightConnector1">
                  <a:avLst/>
                </a:prstGeom>
                <a:ln w="12700">
                  <a:solidFill>
                    <a:srgbClr val="FFC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CBA2388E-6EBD-8033-7EE2-542578788C34}"/>
                    </a:ext>
                  </a:extLst>
                </p:cNvPr>
                <p:cNvCxnSpPr>
                  <a:cxnSpLocks/>
                  <a:stCxn id="16" idx="3"/>
                  <a:endCxn id="14" idx="1"/>
                </p:cNvCxnSpPr>
                <p:nvPr/>
              </p:nvCxnSpPr>
              <p:spPr>
                <a:xfrm>
                  <a:off x="10423083" y="4305871"/>
                  <a:ext cx="137373" cy="677"/>
                </a:xfrm>
                <a:prstGeom prst="straightConnector1">
                  <a:avLst/>
                </a:prstGeom>
                <a:ln w="12700">
                  <a:solidFill>
                    <a:srgbClr val="FFC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D35BEF83-41F7-1D0D-2F3E-FA20B99C0951}"/>
                    </a:ext>
                  </a:extLst>
                </p:cNvPr>
                <p:cNvCxnSpPr>
                  <a:cxnSpLocks/>
                  <a:stCxn id="14" idx="3"/>
                  <a:endCxn id="17" idx="1"/>
                </p:cNvCxnSpPr>
                <p:nvPr/>
              </p:nvCxnSpPr>
              <p:spPr>
                <a:xfrm flipV="1">
                  <a:off x="10651896" y="4303966"/>
                  <a:ext cx="129963" cy="2582"/>
                </a:xfrm>
                <a:prstGeom prst="straightConnector1">
                  <a:avLst/>
                </a:prstGeom>
                <a:ln w="12700">
                  <a:solidFill>
                    <a:srgbClr val="FFC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3861C0AB-E613-4088-D753-3D0DD88D4B1B}"/>
                    </a:ext>
                  </a:extLst>
                </p:cNvPr>
                <p:cNvCxnSpPr>
                  <a:cxnSpLocks/>
                  <a:stCxn id="17" idx="3"/>
                  <a:endCxn id="15" idx="1"/>
                </p:cNvCxnSpPr>
                <p:nvPr/>
              </p:nvCxnSpPr>
              <p:spPr>
                <a:xfrm>
                  <a:off x="11327958" y="4303966"/>
                  <a:ext cx="128553" cy="1200"/>
                </a:xfrm>
                <a:prstGeom prst="straightConnector1">
                  <a:avLst/>
                </a:prstGeom>
                <a:ln>
                  <a:solidFill>
                    <a:srgbClr val="FFC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A9E2D1C-BC52-6C0D-7112-9F18090DF7D8}"/>
                    </a:ext>
                  </a:extLst>
                </p:cNvPr>
                <p:cNvSpPr txBox="1"/>
                <p:nvPr/>
              </p:nvSpPr>
              <p:spPr>
                <a:xfrm>
                  <a:off x="11203791" y="4911823"/>
                  <a:ext cx="60563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b="1" dirty="0"/>
                    <a:t>128</a:t>
                  </a:r>
                  <a:endParaRPr lang="en-IN" sz="1000" b="1" dirty="0"/>
                </a:p>
              </p:txBody>
            </p:sp>
          </p:grp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7332A49D-D622-8A63-1383-FB00D7F4E099}"/>
                  </a:ext>
                </a:extLst>
              </p:cNvPr>
              <p:cNvSpPr/>
              <p:nvPr/>
            </p:nvSpPr>
            <p:spPr>
              <a:xfrm>
                <a:off x="4843839" y="3970446"/>
                <a:ext cx="824366" cy="57108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/>
                  <a:t>Self Attention</a:t>
                </a:r>
                <a:endParaRPr lang="en-IN" sz="1200" b="1" dirty="0"/>
              </a:p>
            </p:txBody>
          </p: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E6352245-98B2-A510-0A7B-7D86333E2CCC}"/>
                  </a:ext>
                </a:extLst>
              </p:cNvPr>
              <p:cNvGrpSpPr/>
              <p:nvPr/>
            </p:nvGrpSpPr>
            <p:grpSpPr>
              <a:xfrm>
                <a:off x="5880947" y="4130196"/>
                <a:ext cx="256192" cy="251580"/>
                <a:chOff x="2778635" y="4324689"/>
                <a:chExt cx="216000" cy="216000"/>
              </a:xfrm>
            </p:grpSpPr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569FC989-0896-67E2-F80F-518BFF3393F2}"/>
                    </a:ext>
                  </a:extLst>
                </p:cNvPr>
                <p:cNvSpPr/>
                <p:nvPr/>
              </p:nvSpPr>
              <p:spPr>
                <a:xfrm>
                  <a:off x="2778635" y="4324689"/>
                  <a:ext cx="216000" cy="2160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D08A8498-7D57-E7D6-DEB8-FB81ACB13BD5}"/>
                    </a:ext>
                  </a:extLst>
                </p:cNvPr>
                <p:cNvCxnSpPr>
                  <a:cxnSpLocks/>
                  <a:stCxn id="74" idx="0"/>
                  <a:endCxn id="74" idx="2"/>
                </p:cNvCxnSpPr>
                <p:nvPr/>
              </p:nvCxnSpPr>
              <p:spPr>
                <a:xfrm>
                  <a:off x="2886635" y="4324689"/>
                  <a:ext cx="0" cy="216000"/>
                </a:xfrm>
                <a:prstGeom prst="line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15C54ADF-6740-BDFE-B0DA-9BCADEEC96B3}"/>
                    </a:ext>
                  </a:extLst>
                </p:cNvPr>
                <p:cNvCxnSpPr>
                  <a:cxnSpLocks/>
                  <a:stCxn id="74" idx="1"/>
                  <a:endCxn id="74" idx="3"/>
                </p:cNvCxnSpPr>
                <p:nvPr/>
              </p:nvCxnSpPr>
              <p:spPr>
                <a:xfrm>
                  <a:off x="2778635" y="4432689"/>
                  <a:ext cx="216000" cy="0"/>
                </a:xfrm>
                <a:prstGeom prst="line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51D28FF-60F6-E080-68DE-219F4DCE7FBE}"/>
                  </a:ext>
                </a:extLst>
              </p:cNvPr>
              <p:cNvSpPr/>
              <p:nvPr/>
            </p:nvSpPr>
            <p:spPr>
              <a:xfrm>
                <a:off x="2718465" y="3219455"/>
                <a:ext cx="256192" cy="25158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790D2964-9212-89F8-3E15-559D523AA2A7}"/>
                  </a:ext>
                </a:extLst>
              </p:cNvPr>
              <p:cNvSpPr/>
              <p:nvPr/>
            </p:nvSpPr>
            <p:spPr>
              <a:xfrm>
                <a:off x="3572967" y="2000452"/>
                <a:ext cx="981954" cy="745510"/>
              </a:xfrm>
              <a:prstGeom prst="cube">
                <a:avLst/>
              </a:prstGeom>
              <a:solidFill>
                <a:srgbClr val="C00000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/>
                  <a:t>Self Attention </a:t>
                </a:r>
                <a:endParaRPr lang="en-IN" sz="1200" b="1" dirty="0"/>
              </a:p>
            </p:txBody>
          </p: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6FEE9D7D-11CC-781F-72D4-73AD1F4ABBAF}"/>
                  </a:ext>
                </a:extLst>
              </p:cNvPr>
              <p:cNvGrpSpPr/>
              <p:nvPr/>
            </p:nvGrpSpPr>
            <p:grpSpPr>
              <a:xfrm>
                <a:off x="4691441" y="2253271"/>
                <a:ext cx="347301" cy="338507"/>
                <a:chOff x="3292395" y="3670331"/>
                <a:chExt cx="292815" cy="290633"/>
              </a:xfrm>
            </p:grpSpPr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D2934BF9-E505-7C5B-303D-7CD8CF947669}"/>
                    </a:ext>
                  </a:extLst>
                </p:cNvPr>
                <p:cNvSpPr/>
                <p:nvPr/>
              </p:nvSpPr>
              <p:spPr>
                <a:xfrm>
                  <a:off x="3292396" y="3670331"/>
                  <a:ext cx="292814" cy="290633"/>
                </a:xfrm>
                <a:prstGeom prst="cube">
                  <a:avLst/>
                </a:prstGeom>
                <a:solidFill>
                  <a:schemeClr val="accent6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353039E3-E308-B63E-11CF-B7ADEAF89D3B}"/>
                    </a:ext>
                  </a:extLst>
                </p:cNvPr>
                <p:cNvGrpSpPr/>
                <p:nvPr/>
              </p:nvGrpSpPr>
              <p:grpSpPr>
                <a:xfrm>
                  <a:off x="3292395" y="3744964"/>
                  <a:ext cx="216000" cy="216000"/>
                  <a:chOff x="2778635" y="4324689"/>
                  <a:chExt cx="216000" cy="216000"/>
                </a:xfrm>
              </p:grpSpPr>
              <p:sp>
                <p:nvSpPr>
                  <p:cNvPr id="103" name="Rectangle 102">
                    <a:extLst>
                      <a:ext uri="{FF2B5EF4-FFF2-40B4-BE49-F238E27FC236}">
                        <a16:creationId xmlns:a16="http://schemas.microsoft.com/office/drawing/2014/main" id="{727E3371-8E6E-0740-F877-A01FA5BBA224}"/>
                      </a:ext>
                    </a:extLst>
                  </p:cNvPr>
                  <p:cNvSpPr/>
                  <p:nvPr/>
                </p:nvSpPr>
                <p:spPr>
                  <a:xfrm>
                    <a:off x="2778635" y="4324689"/>
                    <a:ext cx="216000" cy="216000"/>
                  </a:xfrm>
                  <a:prstGeom prst="rect">
                    <a:avLst/>
                  </a:prstGeom>
                  <a:solidFill>
                    <a:schemeClr val="accent6"/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39E9DD4F-229A-526A-4718-7DEF95BBE55E}"/>
                      </a:ext>
                    </a:extLst>
                  </p:cNvPr>
                  <p:cNvCxnSpPr>
                    <a:cxnSpLocks/>
                    <a:stCxn id="103" idx="0"/>
                    <a:endCxn id="103" idx="2"/>
                  </p:cNvCxnSpPr>
                  <p:nvPr/>
                </p:nvCxnSpPr>
                <p:spPr>
                  <a:xfrm>
                    <a:off x="2886635" y="4324689"/>
                    <a:ext cx="0" cy="216000"/>
                  </a:xfrm>
                  <a:prstGeom prst="line">
                    <a:avLst/>
                  </a:prstGeom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EC68FB2D-14E6-A0DE-815C-0998D0EE01A0}"/>
                      </a:ext>
                    </a:extLst>
                  </p:cNvPr>
                  <p:cNvCxnSpPr>
                    <a:cxnSpLocks/>
                    <a:stCxn id="103" idx="1"/>
                    <a:endCxn id="103" idx="3"/>
                  </p:cNvCxnSpPr>
                  <p:nvPr/>
                </p:nvCxnSpPr>
                <p:spPr>
                  <a:xfrm>
                    <a:off x="2778635" y="4432689"/>
                    <a:ext cx="216000" cy="0"/>
                  </a:xfrm>
                  <a:prstGeom prst="line">
                    <a:avLst/>
                  </a:prstGeom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7C8373E5-C159-3F59-4BF8-F1358F940CA1}"/>
                  </a:ext>
                </a:extLst>
              </p:cNvPr>
              <p:cNvCxnSpPr>
                <a:cxnSpLocks/>
                <a:stCxn id="100" idx="4"/>
                <a:endCxn id="103" idx="1"/>
              </p:cNvCxnSpPr>
              <p:nvPr/>
            </p:nvCxnSpPr>
            <p:spPr>
              <a:xfrm flipV="1">
                <a:off x="4365127" y="2465987"/>
                <a:ext cx="326314" cy="409"/>
              </a:xfrm>
              <a:prstGeom prst="straightConnector1">
                <a:avLst/>
              </a:prstGeom>
              <a:ln w="127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Connector: Elbow 110">
                <a:extLst>
                  <a:ext uri="{FF2B5EF4-FFF2-40B4-BE49-F238E27FC236}">
                    <a16:creationId xmlns:a16="http://schemas.microsoft.com/office/drawing/2014/main" id="{C575BD59-981B-8466-D41E-DAD23A79033E}"/>
                  </a:ext>
                </a:extLst>
              </p:cNvPr>
              <p:cNvCxnSpPr>
                <a:cxnSpLocks/>
                <a:stCxn id="99" idx="4"/>
                <a:endCxn id="44" idx="1"/>
              </p:cNvCxnSpPr>
              <p:nvPr/>
            </p:nvCxnSpPr>
            <p:spPr>
              <a:xfrm rot="16200000" flipH="1">
                <a:off x="2817288" y="3500307"/>
                <a:ext cx="784951" cy="726406"/>
              </a:xfrm>
              <a:prstGeom prst="bentConnector2">
                <a:avLst/>
              </a:prstGeom>
              <a:ln w="127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Connector: Elbow 113">
                <a:extLst>
                  <a:ext uri="{FF2B5EF4-FFF2-40B4-BE49-F238E27FC236}">
                    <a16:creationId xmlns:a16="http://schemas.microsoft.com/office/drawing/2014/main" id="{521D5C1A-5701-E152-B7DE-B755F8F7CF36}"/>
                  </a:ext>
                </a:extLst>
              </p:cNvPr>
              <p:cNvCxnSpPr>
                <a:cxnSpLocks/>
                <a:stCxn id="99" idx="0"/>
                <a:endCxn id="100" idx="2"/>
              </p:cNvCxnSpPr>
              <p:nvPr/>
            </p:nvCxnSpPr>
            <p:spPr>
              <a:xfrm rot="5400000" flipH="1" flipV="1">
                <a:off x="2833234" y="2479723"/>
                <a:ext cx="753059" cy="726406"/>
              </a:xfrm>
              <a:prstGeom prst="bentConnector2">
                <a:avLst/>
              </a:prstGeom>
              <a:ln w="127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8899753B-D98F-3994-581F-3E268B9F5DF1}"/>
                  </a:ext>
                </a:extLst>
              </p:cNvPr>
              <p:cNvGrpSpPr/>
              <p:nvPr/>
            </p:nvGrpSpPr>
            <p:grpSpPr>
              <a:xfrm>
                <a:off x="5209363" y="1916074"/>
                <a:ext cx="1140904" cy="834969"/>
                <a:chOff x="6705554" y="4776235"/>
                <a:chExt cx="961915" cy="716882"/>
              </a:xfrm>
            </p:grpSpPr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61FAA853-E996-0ACD-EDB0-321076D8344D}"/>
                    </a:ext>
                  </a:extLst>
                </p:cNvPr>
                <p:cNvSpPr/>
                <p:nvPr/>
              </p:nvSpPr>
              <p:spPr>
                <a:xfrm>
                  <a:off x="6969908" y="4776235"/>
                  <a:ext cx="697561" cy="49031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D28B6EB1-9B0C-2420-E147-C67CFE883254}"/>
                    </a:ext>
                  </a:extLst>
                </p:cNvPr>
                <p:cNvSpPr/>
                <p:nvPr/>
              </p:nvSpPr>
              <p:spPr>
                <a:xfrm>
                  <a:off x="6837731" y="4889519"/>
                  <a:ext cx="697561" cy="49031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CBB18993-E418-B0D1-795B-3A41A349B9BA}"/>
                    </a:ext>
                  </a:extLst>
                </p:cNvPr>
                <p:cNvSpPr/>
                <p:nvPr/>
              </p:nvSpPr>
              <p:spPr>
                <a:xfrm>
                  <a:off x="6705554" y="5002803"/>
                  <a:ext cx="697561" cy="490314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b="1" dirty="0"/>
                    <a:t>Conv 2D</a:t>
                  </a:r>
                  <a:endParaRPr lang="en-IN" sz="1100" b="1" dirty="0"/>
                </a:p>
              </p:txBody>
            </p:sp>
          </p:grpSp>
          <p:cxnSp>
            <p:nvCxnSpPr>
              <p:cNvPr id="121" name="Straight Arrow Connector 120">
                <a:extLst>
                  <a:ext uri="{FF2B5EF4-FFF2-40B4-BE49-F238E27FC236}">
                    <a16:creationId xmlns:a16="http://schemas.microsoft.com/office/drawing/2014/main" id="{3C24BED8-E361-F5D2-73DE-0E6FE447F273}"/>
                  </a:ext>
                </a:extLst>
              </p:cNvPr>
              <p:cNvCxnSpPr>
                <a:cxnSpLocks/>
                <a:stCxn id="101" idx="4"/>
                <a:endCxn id="120" idx="1"/>
              </p:cNvCxnSpPr>
              <p:nvPr/>
            </p:nvCxnSpPr>
            <p:spPr>
              <a:xfrm>
                <a:off x="4952564" y="2464838"/>
                <a:ext cx="256800" cy="665"/>
              </a:xfrm>
              <a:prstGeom prst="straightConnector1">
                <a:avLst/>
              </a:prstGeom>
              <a:ln w="127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Connector: Elbow 123">
                <a:extLst>
                  <a:ext uri="{FF2B5EF4-FFF2-40B4-BE49-F238E27FC236}">
                    <a16:creationId xmlns:a16="http://schemas.microsoft.com/office/drawing/2014/main" id="{8636C735-BC78-1D50-40DF-6CA601EAC3B9}"/>
                  </a:ext>
                </a:extLst>
              </p:cNvPr>
              <p:cNvCxnSpPr>
                <a:cxnSpLocks/>
                <a:endCxn id="103" idx="2"/>
              </p:cNvCxnSpPr>
              <p:nvPr/>
            </p:nvCxnSpPr>
            <p:spPr>
              <a:xfrm>
                <a:off x="2964032" y="2464838"/>
                <a:ext cx="1855505" cy="126940"/>
              </a:xfrm>
              <a:prstGeom prst="bentConnector4">
                <a:avLst>
                  <a:gd name="adj1" fmla="val 6729"/>
                  <a:gd name="adj2" fmla="val 320237"/>
                </a:avLst>
              </a:prstGeom>
              <a:ln w="127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62D599F4-D001-9D30-5798-7D7DD9DE3C61}"/>
                  </a:ext>
                </a:extLst>
              </p:cNvPr>
              <p:cNvSpPr/>
              <p:nvPr/>
            </p:nvSpPr>
            <p:spPr>
              <a:xfrm>
                <a:off x="6816041" y="3219454"/>
                <a:ext cx="256192" cy="251580"/>
              </a:xfrm>
              <a:prstGeom prst="ellipse">
                <a:avLst/>
              </a:prstGeom>
              <a:solidFill>
                <a:srgbClr val="FFC000"/>
              </a:solidFill>
              <a:ln w="88900">
                <a:solidFill>
                  <a:srgbClr val="A11D9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134" name="Connector: Elbow 133">
                <a:extLst>
                  <a:ext uri="{FF2B5EF4-FFF2-40B4-BE49-F238E27FC236}">
                    <a16:creationId xmlns:a16="http://schemas.microsoft.com/office/drawing/2014/main" id="{03786BD6-CA3C-2944-DF4E-94F814F1F830}"/>
                  </a:ext>
                </a:extLst>
              </p:cNvPr>
              <p:cNvCxnSpPr>
                <a:cxnSpLocks/>
                <a:stCxn id="74" idx="3"/>
                <a:endCxn id="133" idx="4"/>
              </p:cNvCxnSpPr>
              <p:nvPr/>
            </p:nvCxnSpPr>
            <p:spPr>
              <a:xfrm flipV="1">
                <a:off x="6137139" y="3471034"/>
                <a:ext cx="806999" cy="784952"/>
              </a:xfrm>
              <a:prstGeom prst="bentConnector2">
                <a:avLst/>
              </a:prstGeom>
              <a:ln w="127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Connector: Elbow 136">
                <a:extLst>
                  <a:ext uri="{FF2B5EF4-FFF2-40B4-BE49-F238E27FC236}">
                    <a16:creationId xmlns:a16="http://schemas.microsoft.com/office/drawing/2014/main" id="{CB883C61-F7C4-1CD7-27E6-96272113133F}"/>
                  </a:ext>
                </a:extLst>
              </p:cNvPr>
              <p:cNvCxnSpPr>
                <a:cxnSpLocks/>
                <a:stCxn id="119" idx="3"/>
                <a:endCxn id="133" idx="0"/>
              </p:cNvCxnSpPr>
              <p:nvPr/>
            </p:nvCxnSpPr>
            <p:spPr>
              <a:xfrm>
                <a:off x="6193495" y="2333558"/>
                <a:ext cx="750642" cy="885895"/>
              </a:xfrm>
              <a:prstGeom prst="bentConnector2">
                <a:avLst/>
              </a:prstGeom>
              <a:ln w="127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Connector: Elbow 145">
                <a:extLst>
                  <a:ext uri="{FF2B5EF4-FFF2-40B4-BE49-F238E27FC236}">
                    <a16:creationId xmlns:a16="http://schemas.microsoft.com/office/drawing/2014/main" id="{EEBC5E32-5C32-4251-8295-BEAB57172E18}"/>
                  </a:ext>
                </a:extLst>
              </p:cNvPr>
              <p:cNvCxnSpPr>
                <a:cxnSpLocks/>
                <a:stCxn id="44" idx="2"/>
                <a:endCxn id="144" idx="4"/>
              </p:cNvCxnSpPr>
              <p:nvPr/>
            </p:nvCxnSpPr>
            <p:spPr>
              <a:xfrm rot="5400000" flipH="1" flipV="1">
                <a:off x="5321569" y="2136112"/>
                <a:ext cx="1070492" cy="3740335"/>
              </a:xfrm>
              <a:prstGeom prst="bentConnector3">
                <a:avLst>
                  <a:gd name="adj1" fmla="val -51636"/>
                </a:avLst>
              </a:prstGeom>
              <a:ln w="127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397A71D6-6F5B-EB2B-8D1A-642DF16E252F}"/>
                  </a:ext>
                </a:extLst>
              </p:cNvPr>
              <p:cNvCxnSpPr>
                <a:cxnSpLocks/>
                <a:stCxn id="144" idx="0"/>
                <a:endCxn id="144" idx="4"/>
              </p:cNvCxnSpPr>
              <p:nvPr/>
            </p:nvCxnSpPr>
            <p:spPr>
              <a:xfrm>
                <a:off x="7726983" y="3219454"/>
                <a:ext cx="0" cy="251580"/>
              </a:xfrm>
              <a:prstGeom prst="line">
                <a:avLst/>
              </a:prstGeom>
              <a:ln w="95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798AE477-950D-93C6-4C02-1697604848A4}"/>
                  </a:ext>
                </a:extLst>
              </p:cNvPr>
              <p:cNvCxnSpPr>
                <a:cxnSpLocks/>
                <a:stCxn id="144" idx="2"/>
                <a:endCxn id="144" idx="6"/>
              </p:cNvCxnSpPr>
              <p:nvPr/>
            </p:nvCxnSpPr>
            <p:spPr>
              <a:xfrm>
                <a:off x="7598887" y="3345244"/>
                <a:ext cx="256192" cy="0"/>
              </a:xfrm>
              <a:prstGeom prst="line">
                <a:avLst/>
              </a:prstGeom>
              <a:ln w="952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13D1F093-FF11-AD47-AFD3-964CE10E6EA0}"/>
                  </a:ext>
                </a:extLst>
              </p:cNvPr>
              <p:cNvCxnSpPr>
                <a:cxnSpLocks/>
                <a:stCxn id="144" idx="6"/>
                <a:endCxn id="161" idx="2"/>
              </p:cNvCxnSpPr>
              <p:nvPr/>
            </p:nvCxnSpPr>
            <p:spPr>
              <a:xfrm>
                <a:off x="7855079" y="3345244"/>
                <a:ext cx="370752" cy="0"/>
              </a:xfrm>
              <a:prstGeom prst="straightConnector1">
                <a:avLst/>
              </a:prstGeom>
              <a:ln w="127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A0605BE1-3F23-F8F5-0A18-DBDF719184D1}"/>
                  </a:ext>
                </a:extLst>
              </p:cNvPr>
              <p:cNvSpPr/>
              <p:nvPr/>
            </p:nvSpPr>
            <p:spPr>
              <a:xfrm>
                <a:off x="8225831" y="3219454"/>
                <a:ext cx="256192" cy="251580"/>
              </a:xfrm>
              <a:prstGeom prst="ellipse">
                <a:avLst/>
              </a:prstGeom>
              <a:solidFill>
                <a:srgbClr val="C00000"/>
              </a:solidFill>
              <a:ln w="12700">
                <a:solidFill>
                  <a:srgbClr val="A11D9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rgbClr val="FFFF00"/>
                    </a:solidFill>
                  </a:rPr>
                  <a:t>N</a:t>
                </a:r>
                <a:endParaRPr lang="en-IN" sz="1400" dirty="0">
                  <a:solidFill>
                    <a:srgbClr val="FFFF00"/>
                  </a:solidFill>
                </a:endParaRPr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6B5B2C45-EED8-AF98-FE9A-1354D127B98C}"/>
                  </a:ext>
                </a:extLst>
              </p:cNvPr>
              <p:cNvCxnSpPr>
                <a:cxnSpLocks/>
                <a:stCxn id="161" idx="6"/>
                <a:endCxn id="13" idx="1"/>
              </p:cNvCxnSpPr>
              <p:nvPr/>
            </p:nvCxnSpPr>
            <p:spPr>
              <a:xfrm>
                <a:off x="8482023" y="3345244"/>
                <a:ext cx="298647" cy="1493"/>
              </a:xfrm>
              <a:prstGeom prst="straightConnector1">
                <a:avLst/>
              </a:prstGeom>
              <a:ln w="127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62CCCAA-DE19-DFF1-CE04-A541C61ED3B5}"/>
                  </a:ext>
                </a:extLst>
              </p:cNvPr>
              <p:cNvSpPr/>
              <p:nvPr/>
            </p:nvSpPr>
            <p:spPr>
              <a:xfrm>
                <a:off x="3401945" y="1810422"/>
                <a:ext cx="3053257" cy="2932261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C63CF77-9623-2A0B-A220-FDE65CE3EA4E}"/>
                  </a:ext>
                </a:extLst>
              </p:cNvPr>
              <p:cNvSpPr/>
              <p:nvPr/>
            </p:nvSpPr>
            <p:spPr>
              <a:xfrm>
                <a:off x="6618136" y="2927587"/>
                <a:ext cx="1396454" cy="795114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6501F1-2B0D-E016-38D4-05A559C6D7D3}"/>
                  </a:ext>
                </a:extLst>
              </p:cNvPr>
              <p:cNvSpPr txBox="1"/>
              <p:nvPr/>
            </p:nvSpPr>
            <p:spPr>
              <a:xfrm>
                <a:off x="4432616" y="4748085"/>
                <a:ext cx="9361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SAB</a:t>
                </a:r>
                <a:endParaRPr lang="en-IN" sz="1400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4B56B1B-2AFC-DDC2-34FD-53E1542B7CC6}"/>
                  </a:ext>
                </a:extLst>
              </p:cNvPr>
              <p:cNvSpPr txBox="1"/>
              <p:nvPr/>
            </p:nvSpPr>
            <p:spPr>
              <a:xfrm>
                <a:off x="6817409" y="3737741"/>
                <a:ext cx="9361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CAB</a:t>
                </a:r>
                <a:endParaRPr lang="en-IN" sz="1400" dirty="0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FB233F71-F0D8-030C-8679-136C62D7CEFA}"/>
                </a:ext>
              </a:extLst>
            </p:cNvPr>
            <p:cNvGrpSpPr/>
            <p:nvPr/>
          </p:nvGrpSpPr>
          <p:grpSpPr>
            <a:xfrm>
              <a:off x="3300984" y="5199333"/>
              <a:ext cx="7689102" cy="1204126"/>
              <a:chOff x="3246120" y="5318205"/>
              <a:chExt cx="7689102" cy="1204126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1602EE5-969E-DF17-56A8-20C98D3D5EF5}"/>
                  </a:ext>
                </a:extLst>
              </p:cNvPr>
              <p:cNvSpPr/>
              <p:nvPr/>
            </p:nvSpPr>
            <p:spPr>
              <a:xfrm>
                <a:off x="3358009" y="5813415"/>
                <a:ext cx="256192" cy="251580"/>
              </a:xfrm>
              <a:prstGeom prst="ellipse">
                <a:avLst/>
              </a:prstGeom>
              <a:solidFill>
                <a:srgbClr val="FFC000"/>
              </a:solidFill>
              <a:ln w="88900">
                <a:solidFill>
                  <a:srgbClr val="A11D9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A304364E-1DFC-6FF8-87BA-B3581D2D2F70}"/>
                  </a:ext>
                </a:extLst>
              </p:cNvPr>
              <p:cNvGrpSpPr/>
              <p:nvPr/>
            </p:nvGrpSpPr>
            <p:grpSpPr>
              <a:xfrm>
                <a:off x="7393217" y="5365592"/>
                <a:ext cx="256192" cy="251580"/>
                <a:chOff x="4755417" y="4571515"/>
                <a:chExt cx="216000" cy="216000"/>
              </a:xfrm>
            </p:grpSpPr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5278782B-CB59-2FA5-CAEE-36E7343CFF40}"/>
                    </a:ext>
                  </a:extLst>
                </p:cNvPr>
                <p:cNvSpPr/>
                <p:nvPr/>
              </p:nvSpPr>
              <p:spPr>
                <a:xfrm>
                  <a:off x="4755417" y="4571515"/>
                  <a:ext cx="216000" cy="2160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rgbClr val="A11D9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80E2BA14-2755-45B8-D3EB-396241F3E0B5}"/>
                    </a:ext>
                  </a:extLst>
                </p:cNvPr>
                <p:cNvCxnSpPr>
                  <a:cxnSpLocks/>
                  <a:stCxn id="62" idx="2"/>
                  <a:endCxn id="62" idx="6"/>
                </p:cNvCxnSpPr>
                <p:nvPr/>
              </p:nvCxnSpPr>
              <p:spPr>
                <a:xfrm>
                  <a:off x="4755417" y="4679515"/>
                  <a:ext cx="216000" cy="0"/>
                </a:xfrm>
                <a:prstGeom prst="line">
                  <a:avLst/>
                </a:prstGeom>
                <a:ln w="952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09CD9C9A-7802-DADB-24B5-2C10356BA028}"/>
                    </a:ext>
                  </a:extLst>
                </p:cNvPr>
                <p:cNvCxnSpPr>
                  <a:cxnSpLocks/>
                  <a:stCxn id="62" idx="0"/>
                  <a:endCxn id="62" idx="4"/>
                </p:cNvCxnSpPr>
                <p:nvPr/>
              </p:nvCxnSpPr>
              <p:spPr>
                <a:xfrm>
                  <a:off x="4863417" y="4571515"/>
                  <a:ext cx="0" cy="216000"/>
                </a:xfrm>
                <a:prstGeom prst="line">
                  <a:avLst/>
                </a:prstGeom>
                <a:ln w="952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A43EB869-CF28-EDDB-3B67-4A452570133D}"/>
                  </a:ext>
                </a:extLst>
              </p:cNvPr>
              <p:cNvGrpSpPr/>
              <p:nvPr/>
            </p:nvGrpSpPr>
            <p:grpSpPr>
              <a:xfrm>
                <a:off x="3358009" y="5371581"/>
                <a:ext cx="256192" cy="251580"/>
                <a:chOff x="2909282" y="5276771"/>
                <a:chExt cx="216000" cy="216000"/>
              </a:xfrm>
            </p:grpSpPr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742F9D96-B04C-9B63-B782-DF0DA7238B68}"/>
                    </a:ext>
                  </a:extLst>
                </p:cNvPr>
                <p:cNvSpPr/>
                <p:nvPr/>
              </p:nvSpPr>
              <p:spPr>
                <a:xfrm>
                  <a:off x="2909282" y="5276771"/>
                  <a:ext cx="216000" cy="2160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3885A117-4956-4D08-889C-72198FAC759D}"/>
                    </a:ext>
                  </a:extLst>
                </p:cNvPr>
                <p:cNvCxnSpPr>
                  <a:cxnSpLocks/>
                  <a:stCxn id="73" idx="1"/>
                  <a:endCxn id="73" idx="3"/>
                </p:cNvCxnSpPr>
                <p:nvPr/>
              </p:nvCxnSpPr>
              <p:spPr>
                <a:xfrm>
                  <a:off x="2909282" y="5384771"/>
                  <a:ext cx="216000" cy="0"/>
                </a:xfrm>
                <a:prstGeom prst="line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64119986-7209-539F-50F2-99526FDFE8BC}"/>
                    </a:ext>
                  </a:extLst>
                </p:cNvPr>
                <p:cNvCxnSpPr>
                  <a:cxnSpLocks/>
                  <a:stCxn id="73" idx="0"/>
                  <a:endCxn id="73" idx="2"/>
                </p:cNvCxnSpPr>
                <p:nvPr/>
              </p:nvCxnSpPr>
              <p:spPr>
                <a:xfrm>
                  <a:off x="3017282" y="5276771"/>
                  <a:ext cx="0" cy="216000"/>
                </a:xfrm>
                <a:prstGeom prst="line">
                  <a:avLst/>
                </a:prstGeom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3F10EF8-C15C-E746-F134-97AE8BF23829}"/>
                  </a:ext>
                </a:extLst>
              </p:cNvPr>
              <p:cNvSpPr txBox="1"/>
              <p:nvPr/>
            </p:nvSpPr>
            <p:spPr>
              <a:xfrm>
                <a:off x="3854363" y="5319321"/>
                <a:ext cx="3053256" cy="430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Concatenation Attention</a:t>
                </a:r>
                <a:endParaRPr lang="en-IN" dirty="0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DFAC042-D959-205E-6E2A-778F2123432F}"/>
                  </a:ext>
                </a:extLst>
              </p:cNvPr>
              <p:cNvSpPr txBox="1"/>
              <p:nvPr/>
            </p:nvSpPr>
            <p:spPr>
              <a:xfrm>
                <a:off x="3854363" y="5755178"/>
                <a:ext cx="3053256" cy="430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Cross Attention</a:t>
                </a:r>
                <a:endParaRPr lang="en-IN" dirty="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5C5E6F1-6994-95DF-ED34-FFBD9E9DC4F6}"/>
                  </a:ext>
                </a:extLst>
              </p:cNvPr>
              <p:cNvSpPr txBox="1"/>
              <p:nvPr/>
            </p:nvSpPr>
            <p:spPr>
              <a:xfrm>
                <a:off x="7881966" y="5318205"/>
                <a:ext cx="3053256" cy="430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Element-wise Addition</a:t>
                </a:r>
                <a:endParaRPr lang="en-IN" dirty="0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FFC61BB9-F155-78CC-066E-0A9E9312D924}"/>
                  </a:ext>
                </a:extLst>
              </p:cNvPr>
              <p:cNvSpPr/>
              <p:nvPr/>
            </p:nvSpPr>
            <p:spPr>
              <a:xfrm>
                <a:off x="7385613" y="5820121"/>
                <a:ext cx="256192" cy="251580"/>
              </a:xfrm>
              <a:prstGeom prst="ellipse">
                <a:avLst/>
              </a:prstGeom>
              <a:solidFill>
                <a:srgbClr val="C00000"/>
              </a:solidFill>
              <a:ln w="12700">
                <a:solidFill>
                  <a:srgbClr val="A11D9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rgbClr val="FFFF00"/>
                    </a:solidFill>
                  </a:rPr>
                  <a:t>N</a:t>
                </a:r>
                <a:endParaRPr lang="en-IN" sz="1400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789BA7E-EB28-D058-31EA-C09A65718827}"/>
                  </a:ext>
                </a:extLst>
              </p:cNvPr>
              <p:cNvSpPr txBox="1"/>
              <p:nvPr/>
            </p:nvSpPr>
            <p:spPr>
              <a:xfrm>
                <a:off x="7881966" y="5756759"/>
                <a:ext cx="3053256" cy="430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Layer Normalization</a:t>
                </a:r>
                <a:endParaRPr lang="en-IN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49DB2A7-19B8-D571-BDA0-7543A6E7B020}"/>
                  </a:ext>
                </a:extLst>
              </p:cNvPr>
              <p:cNvSpPr txBox="1"/>
              <p:nvPr/>
            </p:nvSpPr>
            <p:spPr>
              <a:xfrm>
                <a:off x="3246120" y="6176853"/>
                <a:ext cx="6888913" cy="345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SAB  -  Self Attention Block                               CAB  -  Cross Attention Block </a:t>
                </a:r>
                <a:endParaRPr lang="en-IN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37968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EF31807-90FA-6354-E5A6-ECC161E95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228600"/>
            <a:ext cx="11839575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541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188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Mayank Kantharia</dc:creator>
  <cp:lastModifiedBy>Mayank Kantharia</cp:lastModifiedBy>
  <cp:revision>24</cp:revision>
  <dcterms:created xsi:type="dcterms:W3CDTF">2023-04-02T14:12:22Z</dcterms:created>
  <dcterms:modified xsi:type="dcterms:W3CDTF">2023-04-26T19:47:20Z</dcterms:modified>
</cp:coreProperties>
</file>